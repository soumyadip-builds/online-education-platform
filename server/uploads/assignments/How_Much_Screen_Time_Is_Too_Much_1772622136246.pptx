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E020C0-A0F9-4E05-B0A7-87DECD8A2110}" v="124" dt="2026-01-12T10:31:51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, Sourya (Cognizant)" userId="d81f8da0-0c43-421b-a282-e08dcf33da4a" providerId="ADAL" clId="{CB536A6C-1350-4F2E-847F-D5F0D5CE1A89}"/>
    <pc:docChg chg="undo redo custSel addSld delSld modSld modMainMaster">
      <pc:chgData name="Saha, Sourya (Cognizant)" userId="d81f8da0-0c43-421b-a282-e08dcf33da4a" providerId="ADAL" clId="{CB536A6C-1350-4F2E-847F-D5F0D5CE1A89}" dt="2026-01-19T04:12:26.840" v="309" actId="26606"/>
      <pc:docMkLst>
        <pc:docMk/>
      </pc:docMkLst>
      <pc:sldChg chg="modTransition">
        <pc:chgData name="Saha, Sourya (Cognizant)" userId="d81f8da0-0c43-421b-a282-e08dcf33da4a" providerId="ADAL" clId="{CB536A6C-1350-4F2E-847F-D5F0D5CE1A89}" dt="2026-01-12T10:31:33.627" v="290"/>
        <pc:sldMkLst>
          <pc:docMk/>
          <pc:sldMk cId="2866836782" sldId="257"/>
        </pc:sldMkLst>
      </pc:sldChg>
      <pc:sldChg chg="modTransition">
        <pc:chgData name="Saha, Sourya (Cognizant)" userId="d81f8da0-0c43-421b-a282-e08dcf33da4a" providerId="ADAL" clId="{CB536A6C-1350-4F2E-847F-D5F0D5CE1A89}" dt="2026-01-12T10:31:51.666" v="291"/>
        <pc:sldMkLst>
          <pc:docMk/>
          <pc:sldMk cId="3305872801" sldId="258"/>
        </pc:sldMkLst>
      </pc:sldChg>
      <pc:sldChg chg="modTransition">
        <pc:chgData name="Saha, Sourya (Cognizant)" userId="d81f8da0-0c43-421b-a282-e08dcf33da4a" providerId="ADAL" clId="{CB536A6C-1350-4F2E-847F-D5F0D5CE1A89}" dt="2026-01-12T10:31:33.627" v="290"/>
        <pc:sldMkLst>
          <pc:docMk/>
          <pc:sldMk cId="3585193583" sldId="259"/>
        </pc:sldMkLst>
      </pc:sldChg>
      <pc:sldChg chg="addSp delSp modSp new mod modTransition setBg">
        <pc:chgData name="Saha, Sourya (Cognizant)" userId="d81f8da0-0c43-421b-a282-e08dcf33da4a" providerId="ADAL" clId="{CB536A6C-1350-4F2E-847F-D5F0D5CE1A89}" dt="2026-01-12T10:31:51.666" v="291"/>
        <pc:sldMkLst>
          <pc:docMk/>
          <pc:sldMk cId="1915483899" sldId="261"/>
        </pc:sldMkLst>
        <pc:spChg chg="mod">
          <ac:chgData name="Saha, Sourya (Cognizant)" userId="d81f8da0-0c43-421b-a282-e08dcf33da4a" providerId="ADAL" clId="{CB536A6C-1350-4F2E-847F-D5F0D5CE1A89}" dt="2026-01-09T10:29:16.439" v="118" actId="26606"/>
          <ac:spMkLst>
            <pc:docMk/>
            <pc:sldMk cId="1915483899" sldId="261"/>
            <ac:spMk id="2" creationId="{C613B297-68D8-156B-E38F-648DC7F2F274}"/>
          </ac:spMkLst>
        </pc:spChg>
        <pc:spChg chg="mod ord">
          <ac:chgData name="Saha, Sourya (Cognizant)" userId="d81f8da0-0c43-421b-a282-e08dcf33da4a" providerId="ADAL" clId="{CB536A6C-1350-4F2E-847F-D5F0D5CE1A89}" dt="2026-01-09T10:29:27.417" v="121" actId="14100"/>
          <ac:spMkLst>
            <pc:docMk/>
            <pc:sldMk cId="1915483899" sldId="261"/>
            <ac:spMk id="4" creationId="{43C18864-0104-B565-9116-2577C2254016}"/>
          </ac:spMkLst>
        </pc:spChg>
        <pc:picChg chg="add mod">
          <ac:chgData name="Saha, Sourya (Cognizant)" userId="d81f8da0-0c43-421b-a282-e08dcf33da4a" providerId="ADAL" clId="{CB536A6C-1350-4F2E-847F-D5F0D5CE1A89}" dt="2026-01-09T10:29:16.439" v="118" actId="26606"/>
          <ac:picMkLst>
            <pc:docMk/>
            <pc:sldMk cId="1915483899" sldId="261"/>
            <ac:picMk id="5" creationId="{287D4215-C2B5-A128-6AC9-E8A5243DCF37}"/>
          </ac:picMkLst>
        </pc:picChg>
        <pc:picChg chg="add">
          <ac:chgData name="Saha, Sourya (Cognizant)" userId="d81f8da0-0c43-421b-a282-e08dcf33da4a" providerId="ADAL" clId="{CB536A6C-1350-4F2E-847F-D5F0D5CE1A89}" dt="2026-01-09T10:29:16.439" v="118" actId="26606"/>
          <ac:picMkLst>
            <pc:docMk/>
            <pc:sldMk cId="1915483899" sldId="261"/>
            <ac:picMk id="10" creationId="{DF6A9299-1D12-47E2-9DD4-03342553C4AA}"/>
          </ac:picMkLst>
        </pc:picChg>
      </pc:sldChg>
      <pc:sldChg chg="addSp delSp modSp add mod modTransition setBg modAnim">
        <pc:chgData name="Saha, Sourya (Cognizant)" userId="d81f8da0-0c43-421b-a282-e08dcf33da4a" providerId="ADAL" clId="{CB536A6C-1350-4F2E-847F-D5F0D5CE1A89}" dt="2026-01-12T10:31:33.627" v="290"/>
        <pc:sldMkLst>
          <pc:docMk/>
          <pc:sldMk cId="3534151588" sldId="263"/>
        </pc:sldMkLst>
        <pc:spChg chg="mod">
          <ac:chgData name="Saha, Sourya (Cognizant)" userId="d81f8da0-0c43-421b-a282-e08dcf33da4a" providerId="ADAL" clId="{CB536A6C-1350-4F2E-847F-D5F0D5CE1A89}" dt="2026-01-10T18:06:03.020" v="148"/>
          <ac:spMkLst>
            <pc:docMk/>
            <pc:sldMk cId="3534151588" sldId="263"/>
            <ac:spMk id="2" creationId="{985BC9E8-3A73-E686-44C5-F40546854A93}"/>
          </ac:spMkLst>
        </pc:spChg>
        <pc:spChg chg="mod">
          <ac:chgData name="Saha, Sourya (Cognizant)" userId="d81f8da0-0c43-421b-a282-e08dcf33da4a" providerId="ADAL" clId="{CB536A6C-1350-4F2E-847F-D5F0D5CE1A89}" dt="2026-01-10T18:10:01.812" v="184" actId="115"/>
          <ac:spMkLst>
            <pc:docMk/>
            <pc:sldMk cId="3534151588" sldId="263"/>
            <ac:spMk id="4" creationId="{F5A3594D-61BB-609F-9FBA-74A364EA1401}"/>
          </ac:spMkLst>
        </pc:spChg>
        <pc:spChg chg="add">
          <ac:chgData name="Saha, Sourya (Cognizant)" userId="d81f8da0-0c43-421b-a282-e08dcf33da4a" providerId="ADAL" clId="{CB536A6C-1350-4F2E-847F-D5F0D5CE1A89}" dt="2026-01-10T18:08:35.359" v="156" actId="26606"/>
          <ac:spMkLst>
            <pc:docMk/>
            <pc:sldMk cId="3534151588" sldId="263"/>
            <ac:spMk id="121" creationId="{0DC895F7-4E59-40FB-87DD-ACE47F94C143}"/>
          </ac:spMkLst>
        </pc:spChg>
        <pc:picChg chg="mod">
          <ac:chgData name="Saha, Sourya (Cognizant)" userId="d81f8da0-0c43-421b-a282-e08dcf33da4a" providerId="ADAL" clId="{CB536A6C-1350-4F2E-847F-D5F0D5CE1A89}" dt="2026-01-10T18:08:35.359" v="156" actId="26606"/>
          <ac:picMkLst>
            <pc:docMk/>
            <pc:sldMk cId="3534151588" sldId="263"/>
            <ac:picMk id="8" creationId="{DD05F1FB-80AA-C956-7BC0-AFEB32EB7549}"/>
          </ac:picMkLst>
        </pc:picChg>
        <pc:picChg chg="add">
          <ac:chgData name="Saha, Sourya (Cognizant)" userId="d81f8da0-0c43-421b-a282-e08dcf33da4a" providerId="ADAL" clId="{CB536A6C-1350-4F2E-847F-D5F0D5CE1A89}" dt="2026-01-10T18:08:35.359" v="156" actId="26606"/>
          <ac:picMkLst>
            <pc:docMk/>
            <pc:sldMk cId="3534151588" sldId="263"/>
            <ac:picMk id="119" creationId="{CBECFFDC-94DB-4DA3-94FE-22FEDDA8FA30}"/>
          </ac:picMkLst>
        </pc:picChg>
        <pc:picChg chg="add">
          <ac:chgData name="Saha, Sourya (Cognizant)" userId="d81f8da0-0c43-421b-a282-e08dcf33da4a" providerId="ADAL" clId="{CB536A6C-1350-4F2E-847F-D5F0D5CE1A89}" dt="2026-01-10T18:08:35.359" v="156" actId="26606"/>
          <ac:picMkLst>
            <pc:docMk/>
            <pc:sldMk cId="3534151588" sldId="263"/>
            <ac:picMk id="123" creationId="{1A4C720E-710D-44F8-A8D7-2BAA61E1814B}"/>
          </ac:picMkLst>
        </pc:picChg>
      </pc:sldChg>
      <pc:sldChg chg="addSp modSp new mod modTransition setBg">
        <pc:chgData name="Saha, Sourya (Cognizant)" userId="d81f8da0-0c43-421b-a282-e08dcf33da4a" providerId="ADAL" clId="{CB536A6C-1350-4F2E-847F-D5F0D5CE1A89}" dt="2026-01-12T10:31:51.666" v="291"/>
        <pc:sldMkLst>
          <pc:docMk/>
          <pc:sldMk cId="3843017667" sldId="264"/>
        </pc:sldMkLst>
        <pc:spChg chg="mod">
          <ac:chgData name="Saha, Sourya (Cognizant)" userId="d81f8da0-0c43-421b-a282-e08dcf33da4a" providerId="ADAL" clId="{CB536A6C-1350-4F2E-847F-D5F0D5CE1A89}" dt="2026-01-10T18:11:50.860" v="192" actId="26606"/>
          <ac:spMkLst>
            <pc:docMk/>
            <pc:sldMk cId="3843017667" sldId="264"/>
            <ac:spMk id="2" creationId="{9E79A3BF-721F-6AE2-777E-C7468C1B2BDB}"/>
          </ac:spMkLst>
        </pc:spChg>
        <pc:spChg chg="mod">
          <ac:chgData name="Saha, Sourya (Cognizant)" userId="d81f8da0-0c43-421b-a282-e08dcf33da4a" providerId="ADAL" clId="{CB536A6C-1350-4F2E-847F-D5F0D5CE1A89}" dt="2026-01-10T18:11:50.860" v="192" actId="26606"/>
          <ac:spMkLst>
            <pc:docMk/>
            <pc:sldMk cId="3843017667" sldId="264"/>
            <ac:spMk id="3" creationId="{E1E960FE-76AC-2F0A-6BCE-707175307010}"/>
          </ac:spMkLst>
        </pc:spChg>
        <pc:spChg chg="add">
          <ac:chgData name="Saha, Sourya (Cognizant)" userId="d81f8da0-0c43-421b-a282-e08dcf33da4a" providerId="ADAL" clId="{CB536A6C-1350-4F2E-847F-D5F0D5CE1A89}" dt="2026-01-10T18:11:50.860" v="192" actId="26606"/>
          <ac:spMkLst>
            <pc:docMk/>
            <pc:sldMk cId="3843017667" sldId="264"/>
            <ac:spMk id="10" creationId="{9939D5DF-647B-465D-9883-4CF390177B22}"/>
          </ac:spMkLst>
        </pc:spChg>
        <pc:picChg chg="add">
          <ac:chgData name="Saha, Sourya (Cognizant)" userId="d81f8da0-0c43-421b-a282-e08dcf33da4a" providerId="ADAL" clId="{CB536A6C-1350-4F2E-847F-D5F0D5CE1A89}" dt="2026-01-10T18:11:50.860" v="192" actId="26606"/>
          <ac:picMkLst>
            <pc:docMk/>
            <pc:sldMk cId="3843017667" sldId="264"/>
            <ac:picMk id="8" creationId="{18BD78ED-75E1-4879-B369-BC61F7C45E22}"/>
          </ac:picMkLst>
        </pc:picChg>
        <pc:picChg chg="add">
          <ac:chgData name="Saha, Sourya (Cognizant)" userId="d81f8da0-0c43-421b-a282-e08dcf33da4a" providerId="ADAL" clId="{CB536A6C-1350-4F2E-847F-D5F0D5CE1A89}" dt="2026-01-10T18:11:50.860" v="192" actId="26606"/>
          <ac:picMkLst>
            <pc:docMk/>
            <pc:sldMk cId="3843017667" sldId="264"/>
            <ac:picMk id="12" creationId="{795511D0-C969-4FB4-9670-3DF7F1B2A7BC}"/>
          </ac:picMkLst>
        </pc:picChg>
      </pc:sldChg>
      <pc:sldChg chg="addSp delSp modSp new mod modTransition setBg addAnim delAnim setClrOvrMap">
        <pc:chgData name="Saha, Sourya (Cognizant)" userId="d81f8da0-0c43-421b-a282-e08dcf33da4a" providerId="ADAL" clId="{CB536A6C-1350-4F2E-847F-D5F0D5CE1A89}" dt="2026-01-12T10:31:33.627" v="290"/>
        <pc:sldMkLst>
          <pc:docMk/>
          <pc:sldMk cId="3360843070" sldId="265"/>
        </pc:sldMkLst>
        <pc:spChg chg="mod ord">
          <ac:chgData name="Saha, Sourya (Cognizant)" userId="d81f8da0-0c43-421b-a282-e08dcf33da4a" providerId="ADAL" clId="{CB536A6C-1350-4F2E-847F-D5F0D5CE1A89}" dt="2026-01-10T18:15:46.521" v="223" actId="26606"/>
          <ac:spMkLst>
            <pc:docMk/>
            <pc:sldMk cId="3360843070" sldId="265"/>
            <ac:spMk id="2" creationId="{60A1C74F-3936-1F3E-C672-15ACE413BCB9}"/>
          </ac:spMkLst>
        </pc:spChg>
        <pc:spChg chg="mod">
          <ac:chgData name="Saha, Sourya (Cognizant)" userId="d81f8da0-0c43-421b-a282-e08dcf33da4a" providerId="ADAL" clId="{CB536A6C-1350-4F2E-847F-D5F0D5CE1A89}" dt="2026-01-10T18:15:46.521" v="223" actId="26606"/>
          <ac:spMkLst>
            <pc:docMk/>
            <pc:sldMk cId="3360843070" sldId="265"/>
            <ac:spMk id="4" creationId="{E9115008-FD40-7192-EDC1-AE8884AF93A2}"/>
          </ac:spMkLst>
        </pc:spChg>
        <pc:spChg chg="add">
          <ac:chgData name="Saha, Sourya (Cognizant)" userId="d81f8da0-0c43-421b-a282-e08dcf33da4a" providerId="ADAL" clId="{CB536A6C-1350-4F2E-847F-D5F0D5CE1A89}" dt="2026-01-10T18:15:46.521" v="223" actId="26606"/>
          <ac:spMkLst>
            <pc:docMk/>
            <pc:sldMk cId="3360843070" sldId="265"/>
            <ac:spMk id="110" creationId="{94961B61-03D2-49E9-BD4B-B3A93E5A2CD9}"/>
          </ac:spMkLst>
        </pc:spChg>
        <pc:spChg chg="add">
          <ac:chgData name="Saha, Sourya (Cognizant)" userId="d81f8da0-0c43-421b-a282-e08dcf33da4a" providerId="ADAL" clId="{CB536A6C-1350-4F2E-847F-D5F0D5CE1A89}" dt="2026-01-10T18:15:46.521" v="223" actId="26606"/>
          <ac:spMkLst>
            <pc:docMk/>
            <pc:sldMk cId="3360843070" sldId="265"/>
            <ac:spMk id="112" creationId="{E8AF3458-709F-4682-8E3C-FA8FECC8ECC6}"/>
          </ac:spMkLst>
        </pc:spChg>
        <pc:picChg chg="add mod ord">
          <ac:chgData name="Saha, Sourya (Cognizant)" userId="d81f8da0-0c43-421b-a282-e08dcf33da4a" providerId="ADAL" clId="{CB536A6C-1350-4F2E-847F-D5F0D5CE1A89}" dt="2026-01-10T18:15:46.521" v="223" actId="26606"/>
          <ac:picMkLst>
            <pc:docMk/>
            <pc:sldMk cId="3360843070" sldId="265"/>
            <ac:picMk id="9" creationId="{61169D6C-D9AE-D128-9CCB-7134D3B27FBF}"/>
          </ac:picMkLst>
        </pc:picChg>
        <pc:picChg chg="add">
          <ac:chgData name="Saha, Sourya (Cognizant)" userId="d81f8da0-0c43-421b-a282-e08dcf33da4a" providerId="ADAL" clId="{CB536A6C-1350-4F2E-847F-D5F0D5CE1A89}" dt="2026-01-10T18:15:46.521" v="223" actId="26606"/>
          <ac:picMkLst>
            <pc:docMk/>
            <pc:sldMk cId="3360843070" sldId="265"/>
            <ac:picMk id="109" creationId="{CBECFFDC-94DB-4DA3-94FE-22FEDDA8FA30}"/>
          </ac:picMkLst>
        </pc:picChg>
        <pc:picChg chg="add">
          <ac:chgData name="Saha, Sourya (Cognizant)" userId="d81f8da0-0c43-421b-a282-e08dcf33da4a" providerId="ADAL" clId="{CB536A6C-1350-4F2E-847F-D5F0D5CE1A89}" dt="2026-01-10T18:15:46.521" v="223" actId="26606"/>
          <ac:picMkLst>
            <pc:docMk/>
            <pc:sldMk cId="3360843070" sldId="265"/>
            <ac:picMk id="111" creationId="{F719563D-93CB-4148-9B1C-AB39FA117B48}"/>
          </ac:picMkLst>
        </pc:picChg>
      </pc:sldChg>
      <pc:sldChg chg="addSp delSp modSp new mod modTransition setBg">
        <pc:chgData name="Saha, Sourya (Cognizant)" userId="d81f8da0-0c43-421b-a282-e08dcf33da4a" providerId="ADAL" clId="{CB536A6C-1350-4F2E-847F-D5F0D5CE1A89}" dt="2026-01-12T10:31:51.666" v="291"/>
        <pc:sldMkLst>
          <pc:docMk/>
          <pc:sldMk cId="1661374930" sldId="266"/>
        </pc:sldMkLst>
        <pc:spChg chg="mod ord">
          <ac:chgData name="Saha, Sourya (Cognizant)" userId="d81f8da0-0c43-421b-a282-e08dcf33da4a" providerId="ADAL" clId="{CB536A6C-1350-4F2E-847F-D5F0D5CE1A89}" dt="2026-01-10T18:19:34.318" v="255" actId="26606"/>
          <ac:spMkLst>
            <pc:docMk/>
            <pc:sldMk cId="1661374930" sldId="266"/>
            <ac:spMk id="2" creationId="{C9F94493-048A-117D-9506-E99C1E28F288}"/>
          </ac:spMkLst>
        </pc:spChg>
        <pc:spChg chg="mod">
          <ac:chgData name="Saha, Sourya (Cognizant)" userId="d81f8da0-0c43-421b-a282-e08dcf33da4a" providerId="ADAL" clId="{CB536A6C-1350-4F2E-847F-D5F0D5CE1A89}" dt="2026-01-10T18:20:05.389" v="259" actId="12"/>
          <ac:spMkLst>
            <pc:docMk/>
            <pc:sldMk cId="1661374930" sldId="266"/>
            <ac:spMk id="4" creationId="{9283544D-BAF9-60BD-9F5E-581BB6C8AE8A}"/>
          </ac:spMkLst>
        </pc:spChg>
        <pc:spChg chg="add">
          <ac:chgData name="Saha, Sourya (Cognizant)" userId="d81f8da0-0c43-421b-a282-e08dcf33da4a" providerId="ADAL" clId="{CB536A6C-1350-4F2E-847F-D5F0D5CE1A89}" dt="2026-01-10T18:19:34.318" v="255" actId="26606"/>
          <ac:spMkLst>
            <pc:docMk/>
            <pc:sldMk cId="1661374930" sldId="266"/>
            <ac:spMk id="17" creationId="{ED10CF64-F588-4794-80E9-12CBA1784939}"/>
          </ac:spMkLst>
        </pc:spChg>
        <pc:picChg chg="add del mod">
          <ac:chgData name="Saha, Sourya (Cognizant)" userId="d81f8da0-0c43-421b-a282-e08dcf33da4a" providerId="ADAL" clId="{CB536A6C-1350-4F2E-847F-D5F0D5CE1A89}" dt="2026-01-10T18:19:34.318" v="255" actId="26606"/>
          <ac:picMkLst>
            <pc:docMk/>
            <pc:sldMk cId="1661374930" sldId="266"/>
            <ac:picMk id="8" creationId="{B20A79D7-4319-C084-29E0-864E0BC9D058}"/>
          </ac:picMkLst>
        </pc:picChg>
        <pc:picChg chg="add">
          <ac:chgData name="Saha, Sourya (Cognizant)" userId="d81f8da0-0c43-421b-a282-e08dcf33da4a" providerId="ADAL" clId="{CB536A6C-1350-4F2E-847F-D5F0D5CE1A89}" dt="2026-01-10T18:19:34.318" v="255" actId="26606"/>
          <ac:picMkLst>
            <pc:docMk/>
            <pc:sldMk cId="1661374930" sldId="266"/>
            <ac:picMk id="13" creationId="{DF6A9299-1D12-47E2-9DD4-03342553C4AA}"/>
          </ac:picMkLst>
        </pc:picChg>
        <pc:picChg chg="add">
          <ac:chgData name="Saha, Sourya (Cognizant)" userId="d81f8da0-0c43-421b-a282-e08dcf33da4a" providerId="ADAL" clId="{CB536A6C-1350-4F2E-847F-D5F0D5CE1A89}" dt="2026-01-10T18:19:34.318" v="255" actId="26606"/>
          <ac:picMkLst>
            <pc:docMk/>
            <pc:sldMk cId="1661374930" sldId="266"/>
            <ac:picMk id="15" creationId="{0C8B7D16-051E-4562-B872-ABF369C457CA}"/>
          </ac:picMkLst>
        </pc:picChg>
      </pc:sldChg>
      <pc:sldChg chg="addSp delSp modSp new mod modTransition setBg">
        <pc:chgData name="Saha, Sourya (Cognizant)" userId="d81f8da0-0c43-421b-a282-e08dcf33da4a" providerId="ADAL" clId="{CB536A6C-1350-4F2E-847F-D5F0D5CE1A89}" dt="2026-01-12T10:31:33.627" v="290"/>
        <pc:sldMkLst>
          <pc:docMk/>
          <pc:sldMk cId="4125134770" sldId="267"/>
        </pc:sldMkLst>
        <pc:spChg chg="mod ord">
          <ac:chgData name="Saha, Sourya (Cognizant)" userId="d81f8da0-0c43-421b-a282-e08dcf33da4a" providerId="ADAL" clId="{CB536A6C-1350-4F2E-847F-D5F0D5CE1A89}" dt="2026-01-10T18:23:30.656" v="280" actId="26606"/>
          <ac:spMkLst>
            <pc:docMk/>
            <pc:sldMk cId="4125134770" sldId="267"/>
            <ac:spMk id="2" creationId="{56BE9B1F-BFEE-E2C9-A369-D51BD9073FDA}"/>
          </ac:spMkLst>
        </pc:spChg>
        <pc:spChg chg="mod">
          <ac:chgData name="Saha, Sourya (Cognizant)" userId="d81f8da0-0c43-421b-a282-e08dcf33da4a" providerId="ADAL" clId="{CB536A6C-1350-4F2E-847F-D5F0D5CE1A89}" dt="2026-01-10T18:23:30.656" v="280" actId="26606"/>
          <ac:spMkLst>
            <pc:docMk/>
            <pc:sldMk cId="4125134770" sldId="267"/>
            <ac:spMk id="4" creationId="{B23F9CFB-1CE5-FBAA-0A0C-47C687A027A3}"/>
          </ac:spMkLst>
        </pc:spChg>
        <pc:picChg chg="add mod">
          <ac:chgData name="Saha, Sourya (Cognizant)" userId="d81f8da0-0c43-421b-a282-e08dcf33da4a" providerId="ADAL" clId="{CB536A6C-1350-4F2E-847F-D5F0D5CE1A89}" dt="2026-01-10T18:23:30.656" v="280" actId="26606"/>
          <ac:picMkLst>
            <pc:docMk/>
            <pc:sldMk cId="4125134770" sldId="267"/>
            <ac:picMk id="7" creationId="{8783BC6D-E6AD-E76A-A7E3-4FE06B9ACC6B}"/>
          </ac:picMkLst>
        </pc:picChg>
        <pc:picChg chg="add">
          <ac:chgData name="Saha, Sourya (Cognizant)" userId="d81f8da0-0c43-421b-a282-e08dcf33da4a" providerId="ADAL" clId="{CB536A6C-1350-4F2E-847F-D5F0D5CE1A89}" dt="2026-01-10T18:23:30.656" v="280" actId="26606"/>
          <ac:picMkLst>
            <pc:docMk/>
            <pc:sldMk cId="4125134770" sldId="267"/>
            <ac:picMk id="12" creationId="{CBECFFDC-94DB-4DA3-94FE-22FEDDA8FA30}"/>
          </ac:picMkLst>
        </pc:picChg>
        <pc:picChg chg="add">
          <ac:chgData name="Saha, Sourya (Cognizant)" userId="d81f8da0-0c43-421b-a282-e08dcf33da4a" providerId="ADAL" clId="{CB536A6C-1350-4F2E-847F-D5F0D5CE1A89}" dt="2026-01-10T18:23:30.656" v="280" actId="26606"/>
          <ac:picMkLst>
            <pc:docMk/>
            <pc:sldMk cId="4125134770" sldId="267"/>
            <ac:picMk id="14" creationId="{98BF0107-3463-486E-B9EE-5A5727B4F7FB}"/>
          </ac:picMkLst>
        </pc:picChg>
      </pc:sldChg>
      <pc:sldChg chg="addSp delSp modSp new mod modTransition setBg">
        <pc:chgData name="Saha, Sourya (Cognizant)" userId="d81f8da0-0c43-421b-a282-e08dcf33da4a" providerId="ADAL" clId="{CB536A6C-1350-4F2E-847F-D5F0D5CE1A89}" dt="2026-01-12T10:31:51.666" v="291"/>
        <pc:sldMkLst>
          <pc:docMk/>
          <pc:sldMk cId="4036452723" sldId="268"/>
        </pc:sldMkLst>
        <pc:spChg chg="mod">
          <ac:chgData name="Saha, Sourya (Cognizant)" userId="d81f8da0-0c43-421b-a282-e08dcf33da4a" providerId="ADAL" clId="{CB536A6C-1350-4F2E-847F-D5F0D5CE1A89}" dt="2026-01-10T18:24:54.618" v="287" actId="26606"/>
          <ac:spMkLst>
            <pc:docMk/>
            <pc:sldMk cId="4036452723" sldId="268"/>
            <ac:spMk id="2" creationId="{8FEEF73B-DBA8-EDA9-A92C-4B0C7A4CFF95}"/>
          </ac:spMkLst>
        </pc:spChg>
        <pc:picChg chg="add">
          <ac:chgData name="Saha, Sourya (Cognizant)" userId="d81f8da0-0c43-421b-a282-e08dcf33da4a" providerId="ADAL" clId="{CB536A6C-1350-4F2E-847F-D5F0D5CE1A89}" dt="2026-01-10T18:24:54.618" v="287" actId="26606"/>
          <ac:picMkLst>
            <pc:docMk/>
            <pc:sldMk cId="4036452723" sldId="268"/>
            <ac:picMk id="17" creationId="{18BD78ED-75E1-4879-B369-BC61F7C45E22}"/>
          </ac:picMkLst>
        </pc:picChg>
      </pc:sldChg>
      <pc:sldChg chg="addSp delSp modSp new mod setBg addAnim delAnim">
        <pc:chgData name="Saha, Sourya (Cognizant)" userId="d81f8da0-0c43-421b-a282-e08dcf33da4a" providerId="ADAL" clId="{CB536A6C-1350-4F2E-847F-D5F0D5CE1A89}" dt="2026-01-19T04:12:26.840" v="309" actId="26606"/>
        <pc:sldMkLst>
          <pc:docMk/>
          <pc:sldMk cId="3614883405" sldId="269"/>
        </pc:sldMkLst>
        <pc:spChg chg="mod">
          <ac:chgData name="Saha, Sourya (Cognizant)" userId="d81f8da0-0c43-421b-a282-e08dcf33da4a" providerId="ADAL" clId="{CB536A6C-1350-4F2E-847F-D5F0D5CE1A89}" dt="2026-01-19T04:12:26.840" v="309" actId="26606"/>
          <ac:spMkLst>
            <pc:docMk/>
            <pc:sldMk cId="3614883405" sldId="269"/>
            <ac:spMk id="2" creationId="{45BB997D-B656-72DB-219D-4E806A67785D}"/>
          </ac:spMkLst>
        </pc:spChg>
        <pc:spChg chg="add">
          <ac:chgData name="Saha, Sourya (Cognizant)" userId="d81f8da0-0c43-421b-a282-e08dcf33da4a" providerId="ADAL" clId="{CB536A6C-1350-4F2E-847F-D5F0D5CE1A89}" dt="2026-01-19T04:12:26.840" v="309" actId="26606"/>
          <ac:spMkLst>
            <pc:docMk/>
            <pc:sldMk cId="3614883405" sldId="269"/>
            <ac:spMk id="9" creationId="{9939D5DF-647B-465D-9883-4CF390177B22}"/>
          </ac:spMkLst>
        </pc:spChg>
        <pc:spChg chg="add del">
          <ac:chgData name="Saha, Sourya (Cognizant)" userId="d81f8da0-0c43-421b-a282-e08dcf33da4a" providerId="ADAL" clId="{CB536A6C-1350-4F2E-847F-D5F0D5CE1A89}" dt="2026-01-19T04:12:20.521" v="306" actId="26606"/>
          <ac:spMkLst>
            <pc:docMk/>
            <pc:sldMk cId="3614883405" sldId="269"/>
            <ac:spMk id="10" creationId="{0DC895F7-4E59-40FB-87DD-ACE47F94C143}"/>
          </ac:spMkLst>
        </pc:spChg>
        <pc:picChg chg="add del">
          <ac:chgData name="Saha, Sourya (Cognizant)" userId="d81f8da0-0c43-421b-a282-e08dcf33da4a" providerId="ADAL" clId="{CB536A6C-1350-4F2E-847F-D5F0D5CE1A89}" dt="2026-01-19T04:12:20.521" v="306" actId="26606"/>
          <ac:picMkLst>
            <pc:docMk/>
            <pc:sldMk cId="3614883405" sldId="269"/>
            <ac:picMk id="4" creationId="{E49CCC55-962C-9CF3-8031-F25CC9ACCF0C}"/>
          </ac:picMkLst>
        </pc:picChg>
        <pc:picChg chg="add del">
          <ac:chgData name="Saha, Sourya (Cognizant)" userId="d81f8da0-0c43-421b-a282-e08dcf33da4a" providerId="ADAL" clId="{CB536A6C-1350-4F2E-847F-D5F0D5CE1A89}" dt="2026-01-19T04:12:26.748" v="308" actId="26606"/>
          <ac:picMkLst>
            <pc:docMk/>
            <pc:sldMk cId="3614883405" sldId="269"/>
            <ac:picMk id="7" creationId="{18BD78ED-75E1-4879-B369-BC61F7C45E22}"/>
          </ac:picMkLst>
        </pc:picChg>
        <pc:picChg chg="add del">
          <ac:chgData name="Saha, Sourya (Cognizant)" userId="d81f8da0-0c43-421b-a282-e08dcf33da4a" providerId="ADAL" clId="{CB536A6C-1350-4F2E-847F-D5F0D5CE1A89}" dt="2026-01-19T04:12:20.521" v="306" actId="26606"/>
          <ac:picMkLst>
            <pc:docMk/>
            <pc:sldMk cId="3614883405" sldId="269"/>
            <ac:picMk id="8" creationId="{CBECFFDC-94DB-4DA3-94FE-22FEDDA8FA30}"/>
          </ac:picMkLst>
        </pc:picChg>
        <pc:picChg chg="add">
          <ac:chgData name="Saha, Sourya (Cognizant)" userId="d81f8da0-0c43-421b-a282-e08dcf33da4a" providerId="ADAL" clId="{CB536A6C-1350-4F2E-847F-D5F0D5CE1A89}" dt="2026-01-19T04:12:26.840" v="309" actId="26606"/>
          <ac:picMkLst>
            <pc:docMk/>
            <pc:sldMk cId="3614883405" sldId="269"/>
            <ac:picMk id="11" creationId="{795511D0-C969-4FB4-9670-3DF7F1B2A7BC}"/>
          </ac:picMkLst>
        </pc:picChg>
        <pc:picChg chg="add del">
          <ac:chgData name="Saha, Sourya (Cognizant)" userId="d81f8da0-0c43-421b-a282-e08dcf33da4a" providerId="ADAL" clId="{CB536A6C-1350-4F2E-847F-D5F0D5CE1A89}" dt="2026-01-19T04:12:20.521" v="306" actId="26606"/>
          <ac:picMkLst>
            <pc:docMk/>
            <pc:sldMk cId="3614883405" sldId="269"/>
            <ac:picMk id="12" creationId="{1A4C720E-710D-44F8-A8D7-2BAA61E1814B}"/>
          </ac:picMkLst>
        </pc:picChg>
        <pc:picChg chg="add">
          <ac:chgData name="Saha, Sourya (Cognizant)" userId="d81f8da0-0c43-421b-a282-e08dcf33da4a" providerId="ADAL" clId="{CB536A6C-1350-4F2E-847F-D5F0D5CE1A89}" dt="2026-01-19T04:12:26.840" v="309" actId="26606"/>
          <ac:picMkLst>
            <pc:docMk/>
            <pc:sldMk cId="3614883405" sldId="269"/>
            <ac:picMk id="13" creationId="{18BD78ED-75E1-4879-B369-BC61F7C45E22}"/>
          </ac:picMkLst>
        </pc:picChg>
      </pc:sldChg>
      <pc:sldMasterChg chg="modTransition modSldLayout">
        <pc:chgData name="Saha, Sourya (Cognizant)" userId="d81f8da0-0c43-421b-a282-e08dcf33da4a" providerId="ADAL" clId="{CB536A6C-1350-4F2E-847F-D5F0D5CE1A89}" dt="2026-01-12T10:31:33.627" v="290"/>
        <pc:sldMasterMkLst>
          <pc:docMk/>
          <pc:sldMasterMk cId="1471625878" sldId="2147483678"/>
        </pc:sldMasterMkLst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3306053771" sldId="2147483679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2289723119" sldId="2147483680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1431866726" sldId="2147483681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4021781000" sldId="2147483682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1813065269" sldId="2147483683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1697120020" sldId="2147483684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4014601659" sldId="2147483685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3459652554" sldId="2147483686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3856144729" sldId="2147483687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859499714" sldId="2147483688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2153194089" sldId="2147483689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2094552400" sldId="2147483690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1324675722" sldId="2147483691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3566969464" sldId="2147483692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2145790437" sldId="2147483693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2706046931" sldId="2147483694"/>
          </pc:sldLayoutMkLst>
        </pc:sldLayoutChg>
        <pc:sldLayoutChg chg="modTransition">
          <pc:chgData name="Saha, Sourya (Cognizant)" userId="d81f8da0-0c43-421b-a282-e08dcf33da4a" providerId="ADAL" clId="{CB536A6C-1350-4F2E-847F-D5F0D5CE1A89}" dt="2026-01-12T10:31:33.627" v="290"/>
          <pc:sldLayoutMkLst>
            <pc:docMk/>
            <pc:sldMasterMk cId="1471625878" sldId="2147483678"/>
            <pc:sldLayoutMk cId="3094570559" sldId="214748369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053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723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8667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7810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0652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120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601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652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144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499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194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52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6757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9694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7904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046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570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EFB0F7-C281-4D15-9735-504ED363AC7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DBAAF3F-DF49-46E3-960A-D0748BBE5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25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bcnews.go.com/Health/amid-called-youth-mental-health-crisis-social-media/story?id=10267529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ublicdomainpictures.net/ro/view-image.php?image=158418&amp;picture=semnul-intrebri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tecnoneo.com/2019/08/mobile-pixels-trio-transforma-tu.html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healthians.com/blog/stress-management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beautyandgroomingtips.com/2012/12/outdoor-games-that-help-in-staying-fit.html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hyperlink" Target="https://www.soluzionisalvaspazio.it/area-relax-ufficio-8-consigli-per-arredo-perfetto/" TargetMode="Externa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3571A-1C1E-6D35-D00E-01C424337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3805" y="1354668"/>
            <a:ext cx="8204391" cy="2346475"/>
          </a:xfrm>
        </p:spPr>
        <p:txBody>
          <a:bodyPr>
            <a:normAutofit/>
          </a:bodyPr>
          <a:lstStyle/>
          <a:p>
            <a:pPr algn="ctr"/>
            <a:r>
              <a:rPr lang="en-US" sz="6000"/>
              <a:t>How Much Screen Time Is Too Much?</a:t>
            </a:r>
            <a:endParaRPr lang="en-IN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E2383-A630-2D73-01D9-59991A66E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137" y="3940629"/>
            <a:ext cx="7197726" cy="124097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-Sourya </a:t>
            </a:r>
            <a:r>
              <a:rPr lang="en-IN" dirty="0" err="1"/>
              <a:t>saha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836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bg2">
                <a:shade val="96000"/>
                <a:satMod val="160000"/>
                <a:lumMod val="100000"/>
              </a:schemeClr>
            </a:gs>
          </a:gsLst>
          <a:lin ang="474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7F7527-5AC0-479A-B79F-9CF463410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E0B1EA-5707-36F9-3810-081BFA49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3" y="1083130"/>
            <a:ext cx="2979513" cy="46917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Average person spends 6–7 hours daily on screens. Is that helping or harming us?</a:t>
            </a: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058E2874-C2DD-423B-8BAD-6F0EF6FB2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537703" cy="6858000"/>
          </a:xfrm>
          <a:custGeom>
            <a:avLst/>
            <a:gdLst>
              <a:gd name="connsiteX0" fmla="*/ 0 w 7537703"/>
              <a:gd name="connsiteY0" fmla="*/ 0 h 6858000"/>
              <a:gd name="connsiteX1" fmla="*/ 7537703 w 7537703"/>
              <a:gd name="connsiteY1" fmla="*/ 0 h 6858000"/>
              <a:gd name="connsiteX2" fmla="*/ 7537703 w 7537703"/>
              <a:gd name="connsiteY2" fmla="*/ 6858000 h 6858000"/>
              <a:gd name="connsiteX3" fmla="*/ 20957 w 7537703"/>
              <a:gd name="connsiteY3" fmla="*/ 6858000 h 6858000"/>
              <a:gd name="connsiteX4" fmla="*/ 46002 w 7537703"/>
              <a:gd name="connsiteY4" fmla="*/ 6702325 h 6858000"/>
              <a:gd name="connsiteX5" fmla="*/ 69870 w 7537703"/>
              <a:gd name="connsiteY5" fmla="*/ 6547334 h 6858000"/>
              <a:gd name="connsiteX6" fmla="*/ 93234 w 7537703"/>
              <a:gd name="connsiteY6" fmla="*/ 6391658 h 6858000"/>
              <a:gd name="connsiteX7" fmla="*/ 113237 w 7537703"/>
              <a:gd name="connsiteY7" fmla="*/ 6235295 h 6858000"/>
              <a:gd name="connsiteX8" fmla="*/ 133409 w 7537703"/>
              <a:gd name="connsiteY8" fmla="*/ 6079619 h 6858000"/>
              <a:gd name="connsiteX9" fmla="*/ 152234 w 7537703"/>
              <a:gd name="connsiteY9" fmla="*/ 5923256 h 6858000"/>
              <a:gd name="connsiteX10" fmla="*/ 168370 w 7537703"/>
              <a:gd name="connsiteY10" fmla="*/ 5768951 h 6858000"/>
              <a:gd name="connsiteX11" fmla="*/ 183667 w 7537703"/>
              <a:gd name="connsiteY11" fmla="*/ 5612589 h 6858000"/>
              <a:gd name="connsiteX12" fmla="*/ 197619 w 7537703"/>
              <a:gd name="connsiteY12" fmla="*/ 5456912 h 6858000"/>
              <a:gd name="connsiteX13" fmla="*/ 209720 w 7537703"/>
              <a:gd name="connsiteY13" fmla="*/ 5303979 h 6858000"/>
              <a:gd name="connsiteX14" fmla="*/ 221823 w 7537703"/>
              <a:gd name="connsiteY14" fmla="*/ 5148988 h 6858000"/>
              <a:gd name="connsiteX15" fmla="*/ 231908 w 7537703"/>
              <a:gd name="connsiteY15" fmla="*/ 4996055 h 6858000"/>
              <a:gd name="connsiteX16" fmla="*/ 239808 w 7537703"/>
              <a:gd name="connsiteY16" fmla="*/ 4843121 h 6858000"/>
              <a:gd name="connsiteX17" fmla="*/ 248045 w 7537703"/>
              <a:gd name="connsiteY17" fmla="*/ 4690874 h 6858000"/>
              <a:gd name="connsiteX18" fmla="*/ 254936 w 7537703"/>
              <a:gd name="connsiteY18" fmla="*/ 4539998 h 6858000"/>
              <a:gd name="connsiteX19" fmla="*/ 259811 w 7537703"/>
              <a:gd name="connsiteY19" fmla="*/ 4390493 h 6858000"/>
              <a:gd name="connsiteX20" fmla="*/ 264014 w 7537703"/>
              <a:gd name="connsiteY20" fmla="*/ 4240989 h 6858000"/>
              <a:gd name="connsiteX21" fmla="*/ 268047 w 7537703"/>
              <a:gd name="connsiteY21" fmla="*/ 4092856 h 6858000"/>
              <a:gd name="connsiteX22" fmla="*/ 269897 w 7537703"/>
              <a:gd name="connsiteY22" fmla="*/ 3946781 h 6858000"/>
              <a:gd name="connsiteX23" fmla="*/ 271913 w 7537703"/>
              <a:gd name="connsiteY23" fmla="*/ 3800705 h 6858000"/>
              <a:gd name="connsiteX24" fmla="*/ 272922 w 7537703"/>
              <a:gd name="connsiteY24" fmla="*/ 3656687 h 6858000"/>
              <a:gd name="connsiteX25" fmla="*/ 271913 w 7537703"/>
              <a:gd name="connsiteY25" fmla="*/ 3514041 h 6858000"/>
              <a:gd name="connsiteX26" fmla="*/ 271913 w 7537703"/>
              <a:gd name="connsiteY26" fmla="*/ 3372766 h 6858000"/>
              <a:gd name="connsiteX27" fmla="*/ 269897 w 7537703"/>
              <a:gd name="connsiteY27" fmla="*/ 3232863 h 6858000"/>
              <a:gd name="connsiteX28" fmla="*/ 266871 w 7537703"/>
              <a:gd name="connsiteY28" fmla="*/ 3095703 h 6858000"/>
              <a:gd name="connsiteX29" fmla="*/ 264014 w 7537703"/>
              <a:gd name="connsiteY29" fmla="*/ 2959915 h 6858000"/>
              <a:gd name="connsiteX30" fmla="*/ 260820 w 7537703"/>
              <a:gd name="connsiteY30" fmla="*/ 2826869 h 6858000"/>
              <a:gd name="connsiteX31" fmla="*/ 255946 w 7537703"/>
              <a:gd name="connsiteY31" fmla="*/ 2694510 h 6858000"/>
              <a:gd name="connsiteX32" fmla="*/ 250734 w 7537703"/>
              <a:gd name="connsiteY32" fmla="*/ 2564209 h 6858000"/>
              <a:gd name="connsiteX33" fmla="*/ 246028 w 7537703"/>
              <a:gd name="connsiteY33" fmla="*/ 2436650 h 6858000"/>
              <a:gd name="connsiteX34" fmla="*/ 232749 w 7537703"/>
              <a:gd name="connsiteY34" fmla="*/ 2187704 h 6858000"/>
              <a:gd name="connsiteX35" fmla="*/ 218630 w 7537703"/>
              <a:gd name="connsiteY35" fmla="*/ 1949046 h 6858000"/>
              <a:gd name="connsiteX36" fmla="*/ 203837 w 7537703"/>
              <a:gd name="connsiteY36" fmla="*/ 1719989 h 6858000"/>
              <a:gd name="connsiteX37" fmla="*/ 187532 w 7537703"/>
              <a:gd name="connsiteY37" fmla="*/ 1503276 h 6858000"/>
              <a:gd name="connsiteX38" fmla="*/ 170555 w 7537703"/>
              <a:gd name="connsiteY38" fmla="*/ 1296164 h 6858000"/>
              <a:gd name="connsiteX39" fmla="*/ 152234 w 7537703"/>
              <a:gd name="connsiteY39" fmla="*/ 1104140 h 6858000"/>
              <a:gd name="connsiteX40" fmla="*/ 134248 w 7537703"/>
              <a:gd name="connsiteY40" fmla="*/ 923775 h 6858000"/>
              <a:gd name="connsiteX41" fmla="*/ 116263 w 7537703"/>
              <a:gd name="connsiteY41" fmla="*/ 757811 h 6858000"/>
              <a:gd name="connsiteX42" fmla="*/ 99286 w 7537703"/>
              <a:gd name="connsiteY42" fmla="*/ 605564 h 6858000"/>
              <a:gd name="connsiteX43" fmla="*/ 83149 w 7537703"/>
              <a:gd name="connsiteY43" fmla="*/ 470461 h 6858000"/>
              <a:gd name="connsiteX44" fmla="*/ 67853 w 7537703"/>
              <a:gd name="connsiteY44" fmla="*/ 348389 h 6858000"/>
              <a:gd name="connsiteX45" fmla="*/ 55078 w 7537703"/>
              <a:gd name="connsiteY45" fmla="*/ 245519 h 6858000"/>
              <a:gd name="connsiteX46" fmla="*/ 42976 w 7537703"/>
              <a:gd name="connsiteY46" fmla="*/ 159108 h 6858000"/>
              <a:gd name="connsiteX47" fmla="*/ 25662 w 7537703"/>
              <a:gd name="connsiteY47" fmla="*/ 40464 h 6858000"/>
              <a:gd name="connsiteX48" fmla="*/ 19779 w 7537703"/>
              <a:gd name="connsiteY48" fmla="*/ 2 h 6858000"/>
              <a:gd name="connsiteX49" fmla="*/ 26532 w 7537703"/>
              <a:gd name="connsiteY49" fmla="*/ 2 h 6858000"/>
              <a:gd name="connsiteX50" fmla="*/ 26532 w 7537703"/>
              <a:gd name="connsiteY50" fmla="*/ 1 h 6858000"/>
              <a:gd name="connsiteX51" fmla="*/ 0 w 7537703"/>
              <a:gd name="connsiteY51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537703" h="6858000">
                <a:moveTo>
                  <a:pt x="0" y="0"/>
                </a:moveTo>
                <a:lnTo>
                  <a:pt x="7537703" y="0"/>
                </a:lnTo>
                <a:lnTo>
                  <a:pt x="7537703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person using a cell phone">
            <a:extLst>
              <a:ext uri="{FF2B5EF4-FFF2-40B4-BE49-F238E27FC236}">
                <a16:creationId xmlns:a16="http://schemas.microsoft.com/office/drawing/2014/main" id="{83A63B20-5C52-9913-C343-CA02DCCD4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5800" y="1670298"/>
            <a:ext cx="5943600" cy="3517403"/>
          </a:xfrm>
        </p:spPr>
      </p:pic>
    </p:spTree>
    <p:extLst>
      <p:ext uri="{BB962C8B-B14F-4D97-AF65-F5344CB8AC3E}">
        <p14:creationId xmlns:p14="http://schemas.microsoft.com/office/powerpoint/2010/main" val="3305872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18005-6516-083E-6980-911ED86F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How many hours do you spend on screens every day?</a:t>
            </a:r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A white person with a question mark">
            <a:extLst>
              <a:ext uri="{FF2B5EF4-FFF2-40B4-BE49-F238E27FC236}">
                <a16:creationId xmlns:a16="http://schemas.microsoft.com/office/drawing/2014/main" id="{D4B459B5-1E97-ACEB-D32A-26532BB0F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172199" y="1354137"/>
            <a:ext cx="4408711" cy="4408711"/>
          </a:xfrm>
        </p:spPr>
      </p:pic>
    </p:spTree>
    <p:extLst>
      <p:ext uri="{BB962C8B-B14F-4D97-AF65-F5344CB8AC3E}">
        <p14:creationId xmlns:p14="http://schemas.microsoft.com/office/powerpoint/2010/main" val="3585193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13B297-68D8-156B-E38F-648DC7F2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643463"/>
            <a:ext cx="3706762" cy="1608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Why This </a:t>
            </a:r>
            <a:br>
              <a:rPr lang="en-US" sz="3600" dirty="0"/>
            </a:br>
            <a:r>
              <a:rPr lang="en-US" sz="3600" dirty="0"/>
              <a:t>Matters</a:t>
            </a:r>
          </a:p>
        </p:txBody>
      </p:sp>
      <p:pic>
        <p:nvPicPr>
          <p:cNvPr id="5" name="Content Placeholder 4" descr="A laptops and computers on a table">
            <a:extLst>
              <a:ext uri="{FF2B5EF4-FFF2-40B4-BE49-F238E27FC236}">
                <a16:creationId xmlns:a16="http://schemas.microsoft.com/office/drawing/2014/main" id="{287D4215-C2B5-A128-6AC9-E8A5243DCF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0070" r="16692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18864-0104-B565-9116-2577C2254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5806" y="2251587"/>
            <a:ext cx="4019624" cy="3972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2000" dirty="0"/>
              <a:t> Screens are Everywhere </a:t>
            </a:r>
          </a:p>
          <a:p>
            <a:pPr>
              <a:buFont typeface="Arial"/>
              <a:buChar char="•"/>
            </a:pPr>
            <a:r>
              <a:rPr lang="en-US" sz="2000" dirty="0"/>
              <a:t>Work, entertainment, social life—screens dominate our day.</a:t>
            </a:r>
          </a:p>
          <a:p>
            <a:pPr>
              <a:buFont typeface="Arial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15483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614EE-1818-193B-BDCC-D9EFA154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21" name="Rectangle 120">
            <a:extLst>
              <a:ext uri="{FF2B5EF4-FFF2-40B4-BE49-F238E27FC236}">
                <a16:creationId xmlns:a16="http://schemas.microsoft.com/office/drawing/2014/main" id="{0DC895F7-4E59-40FB-87DD-ACE47F94C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person sitting on a couch with his hand on his face">
            <a:extLst>
              <a:ext uri="{FF2B5EF4-FFF2-40B4-BE49-F238E27FC236}">
                <a16:creationId xmlns:a16="http://schemas.microsoft.com/office/drawing/2014/main" id="{DD05F1FB-80AA-C956-7BC0-AFEB32EB75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1A4C720E-710D-44F8-A8D7-2BAA61E1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5BC9E8-3A73-E686-44C5-F4054685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1964267"/>
            <a:ext cx="7197726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Health Impact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A3594D-61BB-609F-9FBA-74A364EA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2399" y="4385732"/>
            <a:ext cx="7197726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b="1" u="sng" cap="all" dirty="0"/>
              <a:t>Physical strain:</a:t>
            </a:r>
            <a:r>
              <a:rPr lang="en-US" sz="1800" b="1" cap="all" dirty="0"/>
              <a:t> </a:t>
            </a:r>
            <a:r>
              <a:rPr lang="en-US" sz="1800" cap="all" dirty="0"/>
              <a:t>Eye strain, headaches, poor posture, and disrupted sleep</a:t>
            </a:r>
          </a:p>
        </p:txBody>
      </p:sp>
    </p:spTree>
    <p:extLst>
      <p:ext uri="{BB962C8B-B14F-4D97-AF65-F5344CB8AC3E}">
        <p14:creationId xmlns:p14="http://schemas.microsoft.com/office/powerpoint/2010/main" val="3534151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939D5DF-647B-465D-9883-4CF390177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custGeom>
            <a:avLst/>
            <a:gdLst>
              <a:gd name="connsiteX0" fmla="*/ 4654296 w 4654296"/>
              <a:gd name="connsiteY0" fmla="*/ 0 h 6858000"/>
              <a:gd name="connsiteX1" fmla="*/ 0 w 4654296"/>
              <a:gd name="connsiteY1" fmla="*/ 0 h 6858000"/>
              <a:gd name="connsiteX2" fmla="*/ 0 w 4654296"/>
              <a:gd name="connsiteY2" fmla="*/ 70650 h 6858000"/>
              <a:gd name="connsiteX3" fmla="*/ 13678 w 4654296"/>
              <a:gd name="connsiteY3" fmla="*/ 155673 h 6858000"/>
              <a:gd name="connsiteX4" fmla="*/ 37547 w 4654296"/>
              <a:gd name="connsiteY4" fmla="*/ 310664 h 6858000"/>
              <a:gd name="connsiteX5" fmla="*/ 60911 w 4654296"/>
              <a:gd name="connsiteY5" fmla="*/ 466340 h 6858000"/>
              <a:gd name="connsiteX6" fmla="*/ 80914 w 4654296"/>
              <a:gd name="connsiteY6" fmla="*/ 622703 h 6858000"/>
              <a:gd name="connsiteX7" fmla="*/ 101085 w 4654296"/>
              <a:gd name="connsiteY7" fmla="*/ 778379 h 6858000"/>
              <a:gd name="connsiteX8" fmla="*/ 119911 w 4654296"/>
              <a:gd name="connsiteY8" fmla="*/ 934742 h 6858000"/>
              <a:gd name="connsiteX9" fmla="*/ 136047 w 4654296"/>
              <a:gd name="connsiteY9" fmla="*/ 1089047 h 6858000"/>
              <a:gd name="connsiteX10" fmla="*/ 151343 w 4654296"/>
              <a:gd name="connsiteY10" fmla="*/ 1245409 h 6858000"/>
              <a:gd name="connsiteX11" fmla="*/ 165295 w 4654296"/>
              <a:gd name="connsiteY11" fmla="*/ 1401086 h 6858000"/>
              <a:gd name="connsiteX12" fmla="*/ 177397 w 4654296"/>
              <a:gd name="connsiteY12" fmla="*/ 1554019 h 6858000"/>
              <a:gd name="connsiteX13" fmla="*/ 189500 w 4654296"/>
              <a:gd name="connsiteY13" fmla="*/ 1709010 h 6858000"/>
              <a:gd name="connsiteX14" fmla="*/ 199585 w 4654296"/>
              <a:gd name="connsiteY14" fmla="*/ 1861943 h 6858000"/>
              <a:gd name="connsiteX15" fmla="*/ 207485 w 4654296"/>
              <a:gd name="connsiteY15" fmla="*/ 2014877 h 6858000"/>
              <a:gd name="connsiteX16" fmla="*/ 215722 w 4654296"/>
              <a:gd name="connsiteY16" fmla="*/ 2167124 h 6858000"/>
              <a:gd name="connsiteX17" fmla="*/ 222613 w 4654296"/>
              <a:gd name="connsiteY17" fmla="*/ 2318000 h 6858000"/>
              <a:gd name="connsiteX18" fmla="*/ 227488 w 4654296"/>
              <a:gd name="connsiteY18" fmla="*/ 2467505 h 6858000"/>
              <a:gd name="connsiteX19" fmla="*/ 231690 w 4654296"/>
              <a:gd name="connsiteY19" fmla="*/ 2617009 h 6858000"/>
              <a:gd name="connsiteX20" fmla="*/ 235724 w 4654296"/>
              <a:gd name="connsiteY20" fmla="*/ 2765142 h 6858000"/>
              <a:gd name="connsiteX21" fmla="*/ 237573 w 4654296"/>
              <a:gd name="connsiteY21" fmla="*/ 2911217 h 6858000"/>
              <a:gd name="connsiteX22" fmla="*/ 239590 w 4654296"/>
              <a:gd name="connsiteY22" fmla="*/ 3057293 h 6858000"/>
              <a:gd name="connsiteX23" fmla="*/ 240599 w 4654296"/>
              <a:gd name="connsiteY23" fmla="*/ 3201311 h 6858000"/>
              <a:gd name="connsiteX24" fmla="*/ 239590 w 4654296"/>
              <a:gd name="connsiteY24" fmla="*/ 3343957 h 6858000"/>
              <a:gd name="connsiteX25" fmla="*/ 239590 w 4654296"/>
              <a:gd name="connsiteY25" fmla="*/ 3485232 h 6858000"/>
              <a:gd name="connsiteX26" fmla="*/ 237573 w 4654296"/>
              <a:gd name="connsiteY26" fmla="*/ 3625135 h 6858000"/>
              <a:gd name="connsiteX27" fmla="*/ 234548 w 4654296"/>
              <a:gd name="connsiteY27" fmla="*/ 3762295 h 6858000"/>
              <a:gd name="connsiteX28" fmla="*/ 231690 w 4654296"/>
              <a:gd name="connsiteY28" fmla="*/ 3898083 h 6858000"/>
              <a:gd name="connsiteX29" fmla="*/ 228496 w 4654296"/>
              <a:gd name="connsiteY29" fmla="*/ 4031129 h 6858000"/>
              <a:gd name="connsiteX30" fmla="*/ 223622 w 4654296"/>
              <a:gd name="connsiteY30" fmla="*/ 4163488 h 6858000"/>
              <a:gd name="connsiteX31" fmla="*/ 218411 w 4654296"/>
              <a:gd name="connsiteY31" fmla="*/ 4293789 h 6858000"/>
              <a:gd name="connsiteX32" fmla="*/ 213705 w 4654296"/>
              <a:gd name="connsiteY32" fmla="*/ 4421348 h 6858000"/>
              <a:gd name="connsiteX33" fmla="*/ 200425 w 4654296"/>
              <a:gd name="connsiteY33" fmla="*/ 4670294 h 6858000"/>
              <a:gd name="connsiteX34" fmla="*/ 186306 w 4654296"/>
              <a:gd name="connsiteY34" fmla="*/ 4908952 h 6858000"/>
              <a:gd name="connsiteX35" fmla="*/ 171514 w 4654296"/>
              <a:gd name="connsiteY35" fmla="*/ 5138009 h 6858000"/>
              <a:gd name="connsiteX36" fmla="*/ 155209 w 4654296"/>
              <a:gd name="connsiteY36" fmla="*/ 5354722 h 6858000"/>
              <a:gd name="connsiteX37" fmla="*/ 138232 w 4654296"/>
              <a:gd name="connsiteY37" fmla="*/ 5561834 h 6858000"/>
              <a:gd name="connsiteX38" fmla="*/ 119911 w 4654296"/>
              <a:gd name="connsiteY38" fmla="*/ 5753858 h 6858000"/>
              <a:gd name="connsiteX39" fmla="*/ 101925 w 4654296"/>
              <a:gd name="connsiteY39" fmla="*/ 5934223 h 6858000"/>
              <a:gd name="connsiteX40" fmla="*/ 83940 w 4654296"/>
              <a:gd name="connsiteY40" fmla="*/ 6100187 h 6858000"/>
              <a:gd name="connsiteX41" fmla="*/ 66963 w 4654296"/>
              <a:gd name="connsiteY41" fmla="*/ 6252434 h 6858000"/>
              <a:gd name="connsiteX42" fmla="*/ 50826 w 4654296"/>
              <a:gd name="connsiteY42" fmla="*/ 6387537 h 6858000"/>
              <a:gd name="connsiteX43" fmla="*/ 35530 w 4654296"/>
              <a:gd name="connsiteY43" fmla="*/ 6509609 h 6858000"/>
              <a:gd name="connsiteX44" fmla="*/ 22755 w 4654296"/>
              <a:gd name="connsiteY44" fmla="*/ 6612479 h 6858000"/>
              <a:gd name="connsiteX45" fmla="*/ 10653 w 4654296"/>
              <a:gd name="connsiteY45" fmla="*/ 6698890 h 6858000"/>
              <a:gd name="connsiteX46" fmla="*/ 0 w 4654296"/>
              <a:gd name="connsiteY46" fmla="*/ 6771890 h 6858000"/>
              <a:gd name="connsiteX47" fmla="*/ 0 w 4654296"/>
              <a:gd name="connsiteY47" fmla="*/ 6858000 h 6858000"/>
              <a:gd name="connsiteX48" fmla="*/ 4654296 w 4654296"/>
              <a:gd name="connsiteY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654296" h="6858000">
                <a:moveTo>
                  <a:pt x="4654296" y="0"/>
                </a:move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654296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5511D0-C969-4FB4-9670-3DF7F1B2A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49" r="62095"/>
          <a:stretch/>
        </p:blipFill>
        <p:spPr>
          <a:xfrm flipH="1">
            <a:off x="6714143" y="3649211"/>
            <a:ext cx="5477857" cy="3207003"/>
          </a:xfrm>
          <a:custGeom>
            <a:avLst/>
            <a:gdLst>
              <a:gd name="connsiteX0" fmla="*/ 313944 w 4620112"/>
              <a:gd name="connsiteY0" fmla="*/ 576072 h 2704838"/>
              <a:gd name="connsiteX1" fmla="*/ 396240 w 4620112"/>
              <a:gd name="connsiteY1" fmla="*/ 585216 h 2704838"/>
              <a:gd name="connsiteX2" fmla="*/ 423672 w 4620112"/>
              <a:gd name="connsiteY2" fmla="*/ 603504 h 2704838"/>
              <a:gd name="connsiteX3" fmla="*/ 451104 w 4620112"/>
              <a:gd name="connsiteY3" fmla="*/ 612648 h 2704838"/>
              <a:gd name="connsiteX4" fmla="*/ 505968 w 4620112"/>
              <a:gd name="connsiteY4" fmla="*/ 649224 h 2704838"/>
              <a:gd name="connsiteX5" fmla="*/ 579120 w 4620112"/>
              <a:gd name="connsiteY5" fmla="*/ 667512 h 2704838"/>
              <a:gd name="connsiteX6" fmla="*/ 606552 w 4620112"/>
              <a:gd name="connsiteY6" fmla="*/ 685800 h 2704838"/>
              <a:gd name="connsiteX7" fmla="*/ 633984 w 4620112"/>
              <a:gd name="connsiteY7" fmla="*/ 694944 h 2704838"/>
              <a:gd name="connsiteX8" fmla="*/ 688848 w 4620112"/>
              <a:gd name="connsiteY8" fmla="*/ 749808 h 2704838"/>
              <a:gd name="connsiteX9" fmla="*/ 688848 w 4620112"/>
              <a:gd name="connsiteY9" fmla="*/ 868680 h 2704838"/>
              <a:gd name="connsiteX10" fmla="*/ 633984 w 4620112"/>
              <a:gd name="connsiteY10" fmla="*/ 905256 h 2704838"/>
              <a:gd name="connsiteX11" fmla="*/ 350520 w 4620112"/>
              <a:gd name="connsiteY11" fmla="*/ 896112 h 2704838"/>
              <a:gd name="connsiteX12" fmla="*/ 332232 w 4620112"/>
              <a:gd name="connsiteY12" fmla="*/ 868680 h 2704838"/>
              <a:gd name="connsiteX13" fmla="*/ 304800 w 4620112"/>
              <a:gd name="connsiteY13" fmla="*/ 859536 h 2704838"/>
              <a:gd name="connsiteX14" fmla="*/ 268224 w 4620112"/>
              <a:gd name="connsiteY14" fmla="*/ 804672 h 2704838"/>
              <a:gd name="connsiteX15" fmla="*/ 249936 w 4620112"/>
              <a:gd name="connsiteY15" fmla="*/ 749808 h 2704838"/>
              <a:gd name="connsiteX16" fmla="*/ 313944 w 4620112"/>
              <a:gd name="connsiteY16" fmla="*/ 576072 h 2704838"/>
              <a:gd name="connsiteX17" fmla="*/ 4620112 w 4620112"/>
              <a:gd name="connsiteY17" fmla="*/ 0 h 2704838"/>
              <a:gd name="connsiteX18" fmla="*/ 3274447 w 4620112"/>
              <a:gd name="connsiteY18" fmla="*/ 0 h 2704838"/>
              <a:gd name="connsiteX19" fmla="*/ 3267456 w 4620112"/>
              <a:gd name="connsiteY19" fmla="*/ 73152 h 2704838"/>
              <a:gd name="connsiteX20" fmla="*/ 3240024 w 4620112"/>
              <a:gd name="connsiteY20" fmla="*/ 118872 h 2704838"/>
              <a:gd name="connsiteX21" fmla="*/ 3203448 w 4620112"/>
              <a:gd name="connsiteY21" fmla="*/ 173736 h 2704838"/>
              <a:gd name="connsiteX22" fmla="*/ 3139440 w 4620112"/>
              <a:gd name="connsiteY22" fmla="*/ 237744 h 2704838"/>
              <a:gd name="connsiteX23" fmla="*/ 3102864 w 4620112"/>
              <a:gd name="connsiteY23" fmla="*/ 246888 h 2704838"/>
              <a:gd name="connsiteX24" fmla="*/ 3029712 w 4620112"/>
              <a:gd name="connsiteY24" fmla="*/ 301752 h 2704838"/>
              <a:gd name="connsiteX25" fmla="*/ 2965704 w 4620112"/>
              <a:gd name="connsiteY25" fmla="*/ 338328 h 2704838"/>
              <a:gd name="connsiteX26" fmla="*/ 2910840 w 4620112"/>
              <a:gd name="connsiteY26" fmla="*/ 356616 h 2704838"/>
              <a:gd name="connsiteX27" fmla="*/ 2810256 w 4620112"/>
              <a:gd name="connsiteY27" fmla="*/ 411480 h 2704838"/>
              <a:gd name="connsiteX28" fmla="*/ 2764536 w 4620112"/>
              <a:gd name="connsiteY28" fmla="*/ 420624 h 2704838"/>
              <a:gd name="connsiteX29" fmla="*/ 2727960 w 4620112"/>
              <a:gd name="connsiteY29" fmla="*/ 438912 h 2704838"/>
              <a:gd name="connsiteX30" fmla="*/ 2700528 w 4620112"/>
              <a:gd name="connsiteY30" fmla="*/ 457200 h 2704838"/>
              <a:gd name="connsiteX31" fmla="*/ 2663952 w 4620112"/>
              <a:gd name="connsiteY31" fmla="*/ 466344 h 2704838"/>
              <a:gd name="connsiteX32" fmla="*/ 2609088 w 4620112"/>
              <a:gd name="connsiteY32" fmla="*/ 484632 h 2704838"/>
              <a:gd name="connsiteX33" fmla="*/ 2535936 w 4620112"/>
              <a:gd name="connsiteY33" fmla="*/ 502920 h 2704838"/>
              <a:gd name="connsiteX34" fmla="*/ 2508504 w 4620112"/>
              <a:gd name="connsiteY34" fmla="*/ 512064 h 2704838"/>
              <a:gd name="connsiteX35" fmla="*/ 2398776 w 4620112"/>
              <a:gd name="connsiteY35" fmla="*/ 566928 h 2704838"/>
              <a:gd name="connsiteX36" fmla="*/ 2325624 w 4620112"/>
              <a:gd name="connsiteY36" fmla="*/ 585216 h 2704838"/>
              <a:gd name="connsiteX37" fmla="*/ 2270760 w 4620112"/>
              <a:gd name="connsiteY37" fmla="*/ 603504 h 2704838"/>
              <a:gd name="connsiteX38" fmla="*/ 2234184 w 4620112"/>
              <a:gd name="connsiteY38" fmla="*/ 612648 h 2704838"/>
              <a:gd name="connsiteX39" fmla="*/ 2197608 w 4620112"/>
              <a:gd name="connsiteY39" fmla="*/ 630936 h 2704838"/>
              <a:gd name="connsiteX40" fmla="*/ 2161032 w 4620112"/>
              <a:gd name="connsiteY40" fmla="*/ 640080 h 2704838"/>
              <a:gd name="connsiteX41" fmla="*/ 2133600 w 4620112"/>
              <a:gd name="connsiteY41" fmla="*/ 649224 h 2704838"/>
              <a:gd name="connsiteX42" fmla="*/ 2069592 w 4620112"/>
              <a:gd name="connsiteY42" fmla="*/ 667512 h 2704838"/>
              <a:gd name="connsiteX43" fmla="*/ 2042160 w 4620112"/>
              <a:gd name="connsiteY43" fmla="*/ 685800 h 2704838"/>
              <a:gd name="connsiteX44" fmla="*/ 1950720 w 4620112"/>
              <a:gd name="connsiteY44" fmla="*/ 704088 h 2704838"/>
              <a:gd name="connsiteX45" fmla="*/ 1886712 w 4620112"/>
              <a:gd name="connsiteY45" fmla="*/ 740664 h 2704838"/>
              <a:gd name="connsiteX46" fmla="*/ 1831848 w 4620112"/>
              <a:gd name="connsiteY46" fmla="*/ 768096 h 2704838"/>
              <a:gd name="connsiteX47" fmla="*/ 1776984 w 4620112"/>
              <a:gd name="connsiteY47" fmla="*/ 777240 h 2704838"/>
              <a:gd name="connsiteX48" fmla="*/ 1676400 w 4620112"/>
              <a:gd name="connsiteY48" fmla="*/ 804672 h 2704838"/>
              <a:gd name="connsiteX49" fmla="*/ 1292352 w 4620112"/>
              <a:gd name="connsiteY49" fmla="*/ 822960 h 2704838"/>
              <a:gd name="connsiteX50" fmla="*/ 1255776 w 4620112"/>
              <a:gd name="connsiteY50" fmla="*/ 832104 h 2704838"/>
              <a:gd name="connsiteX51" fmla="*/ 935736 w 4620112"/>
              <a:gd name="connsiteY51" fmla="*/ 822960 h 2704838"/>
              <a:gd name="connsiteX52" fmla="*/ 908304 w 4620112"/>
              <a:gd name="connsiteY52" fmla="*/ 795528 h 2704838"/>
              <a:gd name="connsiteX53" fmla="*/ 880872 w 4620112"/>
              <a:gd name="connsiteY53" fmla="*/ 740664 h 2704838"/>
              <a:gd name="connsiteX54" fmla="*/ 853440 w 4620112"/>
              <a:gd name="connsiteY54" fmla="*/ 713232 h 2704838"/>
              <a:gd name="connsiteX55" fmla="*/ 807720 w 4620112"/>
              <a:gd name="connsiteY55" fmla="*/ 676656 h 2704838"/>
              <a:gd name="connsiteX56" fmla="*/ 798576 w 4620112"/>
              <a:gd name="connsiteY56" fmla="*/ 649224 h 2704838"/>
              <a:gd name="connsiteX57" fmla="*/ 743712 w 4620112"/>
              <a:gd name="connsiteY57" fmla="*/ 621792 h 2704838"/>
              <a:gd name="connsiteX58" fmla="*/ 716280 w 4620112"/>
              <a:gd name="connsiteY58" fmla="*/ 603504 h 2704838"/>
              <a:gd name="connsiteX59" fmla="*/ 661416 w 4620112"/>
              <a:gd name="connsiteY59" fmla="*/ 585216 h 2704838"/>
              <a:gd name="connsiteX60" fmla="*/ 633984 w 4620112"/>
              <a:gd name="connsiteY60" fmla="*/ 566928 h 2704838"/>
              <a:gd name="connsiteX61" fmla="*/ 533400 w 4620112"/>
              <a:gd name="connsiteY61" fmla="*/ 557784 h 2704838"/>
              <a:gd name="connsiteX62" fmla="*/ 469392 w 4620112"/>
              <a:gd name="connsiteY62" fmla="*/ 530352 h 2704838"/>
              <a:gd name="connsiteX63" fmla="*/ 441960 w 4620112"/>
              <a:gd name="connsiteY63" fmla="*/ 521208 h 2704838"/>
              <a:gd name="connsiteX64" fmla="*/ 387096 w 4620112"/>
              <a:gd name="connsiteY64" fmla="*/ 484632 h 2704838"/>
              <a:gd name="connsiteX65" fmla="*/ 341376 w 4620112"/>
              <a:gd name="connsiteY65" fmla="*/ 429768 h 2704838"/>
              <a:gd name="connsiteX66" fmla="*/ 286512 w 4620112"/>
              <a:gd name="connsiteY66" fmla="*/ 384048 h 2704838"/>
              <a:gd name="connsiteX67" fmla="*/ 213360 w 4620112"/>
              <a:gd name="connsiteY67" fmla="*/ 320040 h 2704838"/>
              <a:gd name="connsiteX68" fmla="*/ 158496 w 4620112"/>
              <a:gd name="connsiteY68" fmla="*/ 301752 h 2704838"/>
              <a:gd name="connsiteX69" fmla="*/ 131064 w 4620112"/>
              <a:gd name="connsiteY69" fmla="*/ 292608 h 2704838"/>
              <a:gd name="connsiteX70" fmla="*/ 103632 w 4620112"/>
              <a:gd name="connsiteY70" fmla="*/ 274320 h 2704838"/>
              <a:gd name="connsiteX71" fmla="*/ 48768 w 4620112"/>
              <a:gd name="connsiteY71" fmla="*/ 228600 h 2704838"/>
              <a:gd name="connsiteX72" fmla="*/ 12192 w 4620112"/>
              <a:gd name="connsiteY72" fmla="*/ 173736 h 2704838"/>
              <a:gd name="connsiteX73" fmla="*/ 16919 w 4620112"/>
              <a:gd name="connsiteY73" fmla="*/ 21859 h 2704838"/>
              <a:gd name="connsiteX74" fmla="*/ 22933 w 4620112"/>
              <a:gd name="connsiteY74" fmla="*/ 0 h 2704838"/>
              <a:gd name="connsiteX75" fmla="*/ 0 w 4620112"/>
              <a:gd name="connsiteY75" fmla="*/ 0 h 2704838"/>
              <a:gd name="connsiteX76" fmla="*/ 0 w 4620112"/>
              <a:gd name="connsiteY76" fmla="*/ 2704838 h 2704838"/>
              <a:gd name="connsiteX77" fmla="*/ 4620112 w 4620112"/>
              <a:gd name="connsiteY77" fmla="*/ 2704838 h 270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620112" h="2704838">
                <a:moveTo>
                  <a:pt x="313944" y="576072"/>
                </a:moveTo>
                <a:cubicBezTo>
                  <a:pt x="341376" y="579120"/>
                  <a:pt x="369463" y="578522"/>
                  <a:pt x="396240" y="585216"/>
                </a:cubicBezTo>
                <a:cubicBezTo>
                  <a:pt x="406902" y="587881"/>
                  <a:pt x="413842" y="598589"/>
                  <a:pt x="423672" y="603504"/>
                </a:cubicBezTo>
                <a:cubicBezTo>
                  <a:pt x="432293" y="607815"/>
                  <a:pt x="442678" y="607967"/>
                  <a:pt x="451104" y="612648"/>
                </a:cubicBezTo>
                <a:cubicBezTo>
                  <a:pt x="470317" y="623322"/>
                  <a:pt x="485116" y="642273"/>
                  <a:pt x="505968" y="649224"/>
                </a:cubicBezTo>
                <a:cubicBezTo>
                  <a:pt x="548144" y="663283"/>
                  <a:pt x="523949" y="656478"/>
                  <a:pt x="579120" y="667512"/>
                </a:cubicBezTo>
                <a:cubicBezTo>
                  <a:pt x="588264" y="673608"/>
                  <a:pt x="596722" y="680885"/>
                  <a:pt x="606552" y="685800"/>
                </a:cubicBezTo>
                <a:cubicBezTo>
                  <a:pt x="615173" y="690111"/>
                  <a:pt x="626376" y="689026"/>
                  <a:pt x="633984" y="694944"/>
                </a:cubicBezTo>
                <a:cubicBezTo>
                  <a:pt x="654399" y="710822"/>
                  <a:pt x="688848" y="749808"/>
                  <a:pt x="688848" y="749808"/>
                </a:cubicBezTo>
                <a:cubicBezTo>
                  <a:pt x="702592" y="791041"/>
                  <a:pt x="715116" y="816144"/>
                  <a:pt x="688848" y="868680"/>
                </a:cubicBezTo>
                <a:cubicBezTo>
                  <a:pt x="679018" y="888339"/>
                  <a:pt x="633984" y="905256"/>
                  <a:pt x="633984" y="905256"/>
                </a:cubicBezTo>
                <a:cubicBezTo>
                  <a:pt x="539496" y="902208"/>
                  <a:pt x="444370" y="907488"/>
                  <a:pt x="350520" y="896112"/>
                </a:cubicBezTo>
                <a:cubicBezTo>
                  <a:pt x="339610" y="894790"/>
                  <a:pt x="340814" y="875545"/>
                  <a:pt x="332232" y="868680"/>
                </a:cubicBezTo>
                <a:cubicBezTo>
                  <a:pt x="324706" y="862659"/>
                  <a:pt x="313944" y="862584"/>
                  <a:pt x="304800" y="859536"/>
                </a:cubicBezTo>
                <a:cubicBezTo>
                  <a:pt x="292608" y="841248"/>
                  <a:pt x="275175" y="825524"/>
                  <a:pt x="268224" y="804672"/>
                </a:cubicBezTo>
                <a:lnTo>
                  <a:pt x="249936" y="749808"/>
                </a:lnTo>
                <a:cubicBezTo>
                  <a:pt x="259688" y="603524"/>
                  <a:pt x="303276" y="605028"/>
                  <a:pt x="313944" y="576072"/>
                </a:cubicBezTo>
                <a:close/>
                <a:moveTo>
                  <a:pt x="4620112" y="0"/>
                </a:moveTo>
                <a:lnTo>
                  <a:pt x="3274447" y="0"/>
                </a:lnTo>
                <a:lnTo>
                  <a:pt x="3267456" y="73152"/>
                </a:lnTo>
                <a:cubicBezTo>
                  <a:pt x="3264943" y="90746"/>
                  <a:pt x="3249566" y="103878"/>
                  <a:pt x="3240024" y="118872"/>
                </a:cubicBezTo>
                <a:cubicBezTo>
                  <a:pt x="3228224" y="137415"/>
                  <a:pt x="3216636" y="156152"/>
                  <a:pt x="3203448" y="173736"/>
                </a:cubicBezTo>
                <a:cubicBezTo>
                  <a:pt x="3181502" y="202997"/>
                  <a:pt x="3173578" y="220675"/>
                  <a:pt x="3139440" y="237744"/>
                </a:cubicBezTo>
                <a:cubicBezTo>
                  <a:pt x="3128200" y="243364"/>
                  <a:pt x="3115056" y="243840"/>
                  <a:pt x="3102864" y="246888"/>
                </a:cubicBezTo>
                <a:cubicBezTo>
                  <a:pt x="3060109" y="289643"/>
                  <a:pt x="3090308" y="263880"/>
                  <a:pt x="3029712" y="301752"/>
                </a:cubicBezTo>
                <a:cubicBezTo>
                  <a:pt x="3000386" y="320081"/>
                  <a:pt x="3000391" y="324453"/>
                  <a:pt x="2965704" y="338328"/>
                </a:cubicBezTo>
                <a:cubicBezTo>
                  <a:pt x="2947806" y="345487"/>
                  <a:pt x="2926880" y="345923"/>
                  <a:pt x="2910840" y="356616"/>
                </a:cubicBezTo>
                <a:cubicBezTo>
                  <a:pt x="2882229" y="375690"/>
                  <a:pt x="2839892" y="405553"/>
                  <a:pt x="2810256" y="411480"/>
                </a:cubicBezTo>
                <a:lnTo>
                  <a:pt x="2764536" y="420624"/>
                </a:lnTo>
                <a:cubicBezTo>
                  <a:pt x="2752344" y="426720"/>
                  <a:pt x="2739795" y="432149"/>
                  <a:pt x="2727960" y="438912"/>
                </a:cubicBezTo>
                <a:cubicBezTo>
                  <a:pt x="2718418" y="444364"/>
                  <a:pt x="2710629" y="452871"/>
                  <a:pt x="2700528" y="457200"/>
                </a:cubicBezTo>
                <a:cubicBezTo>
                  <a:pt x="2688977" y="462150"/>
                  <a:pt x="2675989" y="462733"/>
                  <a:pt x="2663952" y="466344"/>
                </a:cubicBezTo>
                <a:cubicBezTo>
                  <a:pt x="2645488" y="471883"/>
                  <a:pt x="2627790" y="479957"/>
                  <a:pt x="2609088" y="484632"/>
                </a:cubicBezTo>
                <a:cubicBezTo>
                  <a:pt x="2584704" y="490728"/>
                  <a:pt x="2559781" y="494972"/>
                  <a:pt x="2535936" y="502920"/>
                </a:cubicBezTo>
                <a:cubicBezTo>
                  <a:pt x="2526792" y="505968"/>
                  <a:pt x="2516930" y="507383"/>
                  <a:pt x="2508504" y="512064"/>
                </a:cubicBezTo>
                <a:cubicBezTo>
                  <a:pt x="2435361" y="552699"/>
                  <a:pt x="2476455" y="547508"/>
                  <a:pt x="2398776" y="566928"/>
                </a:cubicBezTo>
                <a:cubicBezTo>
                  <a:pt x="2374392" y="573024"/>
                  <a:pt x="2349469" y="577268"/>
                  <a:pt x="2325624" y="585216"/>
                </a:cubicBezTo>
                <a:cubicBezTo>
                  <a:pt x="2307336" y="591312"/>
                  <a:pt x="2289462" y="598829"/>
                  <a:pt x="2270760" y="603504"/>
                </a:cubicBezTo>
                <a:cubicBezTo>
                  <a:pt x="2258568" y="606552"/>
                  <a:pt x="2245951" y="608235"/>
                  <a:pt x="2234184" y="612648"/>
                </a:cubicBezTo>
                <a:cubicBezTo>
                  <a:pt x="2221421" y="617434"/>
                  <a:pt x="2210371" y="626150"/>
                  <a:pt x="2197608" y="630936"/>
                </a:cubicBezTo>
                <a:cubicBezTo>
                  <a:pt x="2185841" y="635349"/>
                  <a:pt x="2173116" y="636628"/>
                  <a:pt x="2161032" y="640080"/>
                </a:cubicBezTo>
                <a:cubicBezTo>
                  <a:pt x="2151764" y="642728"/>
                  <a:pt x="2142868" y="646576"/>
                  <a:pt x="2133600" y="649224"/>
                </a:cubicBezTo>
                <a:cubicBezTo>
                  <a:pt x="2119928" y="653130"/>
                  <a:pt x="2084208" y="660204"/>
                  <a:pt x="2069592" y="667512"/>
                </a:cubicBezTo>
                <a:cubicBezTo>
                  <a:pt x="2059762" y="672427"/>
                  <a:pt x="2052664" y="682568"/>
                  <a:pt x="2042160" y="685800"/>
                </a:cubicBezTo>
                <a:cubicBezTo>
                  <a:pt x="2012451" y="694941"/>
                  <a:pt x="1950720" y="704088"/>
                  <a:pt x="1950720" y="704088"/>
                </a:cubicBezTo>
                <a:cubicBezTo>
                  <a:pt x="1862277" y="770420"/>
                  <a:pt x="1956529" y="705756"/>
                  <a:pt x="1886712" y="740664"/>
                </a:cubicBezTo>
                <a:cubicBezTo>
                  <a:pt x="1847255" y="760393"/>
                  <a:pt x="1873219" y="758903"/>
                  <a:pt x="1831848" y="768096"/>
                </a:cubicBezTo>
                <a:cubicBezTo>
                  <a:pt x="1813749" y="772118"/>
                  <a:pt x="1795083" y="773218"/>
                  <a:pt x="1776984" y="777240"/>
                </a:cubicBezTo>
                <a:cubicBezTo>
                  <a:pt x="1729749" y="787737"/>
                  <a:pt x="1748365" y="801245"/>
                  <a:pt x="1676400" y="804672"/>
                </a:cubicBezTo>
                <a:lnTo>
                  <a:pt x="1292352" y="822960"/>
                </a:lnTo>
                <a:cubicBezTo>
                  <a:pt x="1280160" y="826008"/>
                  <a:pt x="1268343" y="832104"/>
                  <a:pt x="1255776" y="832104"/>
                </a:cubicBezTo>
                <a:cubicBezTo>
                  <a:pt x="1149052" y="832104"/>
                  <a:pt x="1041873" y="834132"/>
                  <a:pt x="935736" y="822960"/>
                </a:cubicBezTo>
                <a:cubicBezTo>
                  <a:pt x="922875" y="821606"/>
                  <a:pt x="916583" y="805462"/>
                  <a:pt x="908304" y="795528"/>
                </a:cubicBezTo>
                <a:cubicBezTo>
                  <a:pt x="836363" y="709199"/>
                  <a:pt x="935859" y="823144"/>
                  <a:pt x="880872" y="740664"/>
                </a:cubicBezTo>
                <a:cubicBezTo>
                  <a:pt x="873699" y="729904"/>
                  <a:pt x="861719" y="723166"/>
                  <a:pt x="853440" y="713232"/>
                </a:cubicBezTo>
                <a:cubicBezTo>
                  <a:pt x="821624" y="675053"/>
                  <a:pt x="852753" y="691667"/>
                  <a:pt x="807720" y="676656"/>
                </a:cubicBezTo>
                <a:cubicBezTo>
                  <a:pt x="804672" y="667512"/>
                  <a:pt x="804597" y="656750"/>
                  <a:pt x="798576" y="649224"/>
                </a:cubicBezTo>
                <a:cubicBezTo>
                  <a:pt x="781106" y="627386"/>
                  <a:pt x="765799" y="632835"/>
                  <a:pt x="743712" y="621792"/>
                </a:cubicBezTo>
                <a:cubicBezTo>
                  <a:pt x="733882" y="616877"/>
                  <a:pt x="726323" y="607967"/>
                  <a:pt x="716280" y="603504"/>
                </a:cubicBezTo>
                <a:cubicBezTo>
                  <a:pt x="698664" y="595675"/>
                  <a:pt x="677456" y="595909"/>
                  <a:pt x="661416" y="585216"/>
                </a:cubicBezTo>
                <a:cubicBezTo>
                  <a:pt x="652272" y="579120"/>
                  <a:pt x="644730" y="569231"/>
                  <a:pt x="633984" y="566928"/>
                </a:cubicBezTo>
                <a:cubicBezTo>
                  <a:pt x="601065" y="559874"/>
                  <a:pt x="566928" y="560832"/>
                  <a:pt x="533400" y="557784"/>
                </a:cubicBezTo>
                <a:cubicBezTo>
                  <a:pt x="457278" y="538753"/>
                  <a:pt x="532540" y="561926"/>
                  <a:pt x="469392" y="530352"/>
                </a:cubicBezTo>
                <a:cubicBezTo>
                  <a:pt x="460771" y="526041"/>
                  <a:pt x="450386" y="525889"/>
                  <a:pt x="441960" y="521208"/>
                </a:cubicBezTo>
                <a:cubicBezTo>
                  <a:pt x="422747" y="510534"/>
                  <a:pt x="387096" y="484632"/>
                  <a:pt x="387096" y="484632"/>
                </a:cubicBezTo>
                <a:cubicBezTo>
                  <a:pt x="369114" y="457659"/>
                  <a:pt x="367778" y="451770"/>
                  <a:pt x="341376" y="429768"/>
                </a:cubicBezTo>
                <a:cubicBezTo>
                  <a:pt x="302143" y="397074"/>
                  <a:pt x="322941" y="427762"/>
                  <a:pt x="286512" y="384048"/>
                </a:cubicBezTo>
                <a:cubicBezTo>
                  <a:pt x="257790" y="349582"/>
                  <a:pt x="273851" y="340204"/>
                  <a:pt x="213360" y="320040"/>
                </a:cubicBezTo>
                <a:lnTo>
                  <a:pt x="158496" y="301752"/>
                </a:lnTo>
                <a:cubicBezTo>
                  <a:pt x="149352" y="298704"/>
                  <a:pt x="139084" y="297955"/>
                  <a:pt x="131064" y="292608"/>
                </a:cubicBezTo>
                <a:cubicBezTo>
                  <a:pt x="121920" y="286512"/>
                  <a:pt x="112075" y="281355"/>
                  <a:pt x="103632" y="274320"/>
                </a:cubicBezTo>
                <a:cubicBezTo>
                  <a:pt x="33226" y="215648"/>
                  <a:pt x="116876" y="274006"/>
                  <a:pt x="48768" y="228600"/>
                </a:cubicBezTo>
                <a:cubicBezTo>
                  <a:pt x="36576" y="210312"/>
                  <a:pt x="11037" y="195685"/>
                  <a:pt x="12192" y="173736"/>
                </a:cubicBezTo>
                <a:cubicBezTo>
                  <a:pt x="14469" y="130467"/>
                  <a:pt x="8777" y="73573"/>
                  <a:pt x="16919" y="21859"/>
                </a:cubicBezTo>
                <a:lnTo>
                  <a:pt x="22933" y="0"/>
                </a:lnTo>
                <a:lnTo>
                  <a:pt x="0" y="0"/>
                </a:lnTo>
                <a:lnTo>
                  <a:pt x="0" y="2704838"/>
                </a:lnTo>
                <a:lnTo>
                  <a:pt x="4620112" y="270483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79A3BF-721F-6AE2-777E-C7468C1B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3" y="1109474"/>
            <a:ext cx="5862362" cy="46390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Mental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960FE-76AC-2F0A-6BCE-707175307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875" y="1109473"/>
            <a:ext cx="2978954" cy="46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Stress, anxiety, and reduced attention span</a:t>
            </a:r>
          </a:p>
        </p:txBody>
      </p:sp>
    </p:spTree>
    <p:extLst>
      <p:ext uri="{BB962C8B-B14F-4D97-AF65-F5344CB8AC3E}">
        <p14:creationId xmlns:p14="http://schemas.microsoft.com/office/powerpoint/2010/main" val="3843017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94961B61-03D2-49E9-BD4B-B3A93E5A2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719563D-93CB-4148-9B1C-AB39FA117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"/>
            <a:ext cx="12188825" cy="685621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169D6C-D9AE-D128-9CCB-7134D3B27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20000"/>
          </a:blip>
          <a:srcRect t="6836" b="15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E8AF3458-709F-4682-8E3C-FA8FECC8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912" y="2125133"/>
            <a:ext cx="8736013" cy="2607734"/>
          </a:xfrm>
          <a:prstGeom prst="rect">
            <a:avLst/>
          </a:prstGeom>
          <a:solidFill>
            <a:schemeClr val="bg1">
              <a:alpha val="35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1C74F-3936-1F3E-C672-15ACE413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991" y="2298700"/>
            <a:ext cx="8347076" cy="15959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Efficiency Drops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15008-FD40-7192-EDC1-AE8884AF9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8758" y="3894653"/>
            <a:ext cx="8355542" cy="6646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 cap="all"/>
              <a:t>Constant notifications reduce productivity by 40%.</a:t>
            </a:r>
          </a:p>
        </p:txBody>
      </p:sp>
    </p:spTree>
    <p:extLst>
      <p:ext uri="{BB962C8B-B14F-4D97-AF65-F5344CB8AC3E}">
        <p14:creationId xmlns:p14="http://schemas.microsoft.com/office/powerpoint/2010/main" val="33608430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F6A9299-1D12-47E2-9DD4-03342553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8" name="Content Placeholder 7" descr="A group of people playing with a ball">
            <a:extLst>
              <a:ext uri="{FF2B5EF4-FFF2-40B4-BE49-F238E27FC236}">
                <a16:creationId xmlns:a16="http://schemas.microsoft.com/office/drawing/2014/main" id="{B20A79D7-4319-C084-29E0-864E0BC9D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604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8B7D16-051E-4562-B872-ABF369C45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ED10CF64-F588-4794-80E9-12CBA178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16466" y="-18309"/>
            <a:ext cx="11159068" cy="6894618"/>
          </a:xfrm>
          <a:custGeom>
            <a:avLst/>
            <a:gdLst>
              <a:gd name="T0" fmla="*/ 2331 w 2331"/>
              <a:gd name="T1" fmla="*/ 721 h 1440"/>
              <a:gd name="T2" fmla="*/ 2082 w 2331"/>
              <a:gd name="T3" fmla="*/ 0 h 1440"/>
              <a:gd name="T4" fmla="*/ 249 w 2331"/>
              <a:gd name="T5" fmla="*/ 0 h 1440"/>
              <a:gd name="T6" fmla="*/ 0 w 2331"/>
              <a:gd name="T7" fmla="*/ 721 h 1440"/>
              <a:gd name="T8" fmla="*/ 248 w 2331"/>
              <a:gd name="T9" fmla="*/ 1440 h 1440"/>
              <a:gd name="T10" fmla="*/ 2083 w 2331"/>
              <a:gd name="T11" fmla="*/ 1440 h 1440"/>
              <a:gd name="T12" fmla="*/ 2331 w 2331"/>
              <a:gd name="T13" fmla="*/ 721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1" h="1440">
                <a:moveTo>
                  <a:pt x="2331" y="721"/>
                </a:moveTo>
                <a:cubicBezTo>
                  <a:pt x="2331" y="449"/>
                  <a:pt x="2238" y="198"/>
                  <a:pt x="2082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93" y="198"/>
                  <a:pt x="0" y="449"/>
                  <a:pt x="0" y="721"/>
                </a:cubicBezTo>
                <a:cubicBezTo>
                  <a:pt x="0" y="992"/>
                  <a:pt x="92" y="1242"/>
                  <a:pt x="248" y="1440"/>
                </a:cubicBezTo>
                <a:cubicBezTo>
                  <a:pt x="2083" y="1440"/>
                  <a:pt x="2083" y="1440"/>
                  <a:pt x="2083" y="1440"/>
                </a:cubicBezTo>
                <a:cubicBezTo>
                  <a:pt x="2239" y="1242"/>
                  <a:pt x="2331" y="992"/>
                  <a:pt x="2331" y="72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94493-048A-117D-9506-E99C1E28F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838200"/>
            <a:ext cx="9437159" cy="12276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The Solution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3544D-BAF9-60BD-9F5E-581BB6C8A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067" y="2006601"/>
            <a:ext cx="9437159" cy="378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Healthy Habits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Limit leisure screen time, take breaks, and balance offline activities.</a:t>
            </a:r>
          </a:p>
        </p:txBody>
      </p:sp>
    </p:spTree>
    <p:extLst>
      <p:ext uri="{BB962C8B-B14F-4D97-AF65-F5344CB8AC3E}">
        <p14:creationId xmlns:p14="http://schemas.microsoft.com/office/powerpoint/2010/main" val="1661374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7" name="Content Placeholder 6" descr="A person sitting on a couch holding a cup">
            <a:extLst>
              <a:ext uri="{FF2B5EF4-FFF2-40B4-BE49-F238E27FC236}">
                <a16:creationId xmlns:a16="http://schemas.microsoft.com/office/drawing/2014/main" id="{8783BC6D-E6AD-E76A-A7E3-4FE06B9AC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1795" r="4690" b="-2"/>
          <a:stretch>
            <a:fillRect/>
          </a:stretch>
        </p:blipFill>
        <p:spPr>
          <a:xfrm>
            <a:off x="20" y="975"/>
            <a:ext cx="7552924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E9B1F-BFEE-E2C9-A369-D51BD907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135" y="1964267"/>
            <a:ext cx="3254990" cy="24214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Easy Fixes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F9CFB-1CE5-FBAA-0A0C-47C687A02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05135" y="4385732"/>
            <a:ext cx="3254990" cy="14054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800" cap="all" dirty="0"/>
              <a:t>rack screen time, apply 20-20-20 rule, set no-screen zones.</a:t>
            </a:r>
          </a:p>
        </p:txBody>
      </p:sp>
    </p:spTree>
    <p:extLst>
      <p:ext uri="{BB962C8B-B14F-4D97-AF65-F5344CB8AC3E}">
        <p14:creationId xmlns:p14="http://schemas.microsoft.com/office/powerpoint/2010/main" val="4125134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EEF73B-DBA8-EDA9-A92C-4B0C7A4CF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2013856"/>
            <a:ext cx="7197726" cy="36684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200" dirty="0"/>
              <a:t> If you had one extra hour offline daily, what would you do?</a:t>
            </a:r>
          </a:p>
        </p:txBody>
      </p:sp>
    </p:spTree>
    <p:extLst>
      <p:ext uri="{BB962C8B-B14F-4D97-AF65-F5344CB8AC3E}">
        <p14:creationId xmlns:p14="http://schemas.microsoft.com/office/powerpoint/2010/main" val="40364527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939D5DF-647B-465D-9883-4CF390177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54296" cy="6858000"/>
          </a:xfrm>
          <a:custGeom>
            <a:avLst/>
            <a:gdLst>
              <a:gd name="connsiteX0" fmla="*/ 4654296 w 4654296"/>
              <a:gd name="connsiteY0" fmla="*/ 0 h 6858000"/>
              <a:gd name="connsiteX1" fmla="*/ 0 w 4654296"/>
              <a:gd name="connsiteY1" fmla="*/ 0 h 6858000"/>
              <a:gd name="connsiteX2" fmla="*/ 0 w 4654296"/>
              <a:gd name="connsiteY2" fmla="*/ 70650 h 6858000"/>
              <a:gd name="connsiteX3" fmla="*/ 13678 w 4654296"/>
              <a:gd name="connsiteY3" fmla="*/ 155673 h 6858000"/>
              <a:gd name="connsiteX4" fmla="*/ 37547 w 4654296"/>
              <a:gd name="connsiteY4" fmla="*/ 310664 h 6858000"/>
              <a:gd name="connsiteX5" fmla="*/ 60911 w 4654296"/>
              <a:gd name="connsiteY5" fmla="*/ 466340 h 6858000"/>
              <a:gd name="connsiteX6" fmla="*/ 80914 w 4654296"/>
              <a:gd name="connsiteY6" fmla="*/ 622703 h 6858000"/>
              <a:gd name="connsiteX7" fmla="*/ 101085 w 4654296"/>
              <a:gd name="connsiteY7" fmla="*/ 778379 h 6858000"/>
              <a:gd name="connsiteX8" fmla="*/ 119911 w 4654296"/>
              <a:gd name="connsiteY8" fmla="*/ 934742 h 6858000"/>
              <a:gd name="connsiteX9" fmla="*/ 136047 w 4654296"/>
              <a:gd name="connsiteY9" fmla="*/ 1089047 h 6858000"/>
              <a:gd name="connsiteX10" fmla="*/ 151343 w 4654296"/>
              <a:gd name="connsiteY10" fmla="*/ 1245409 h 6858000"/>
              <a:gd name="connsiteX11" fmla="*/ 165295 w 4654296"/>
              <a:gd name="connsiteY11" fmla="*/ 1401086 h 6858000"/>
              <a:gd name="connsiteX12" fmla="*/ 177397 w 4654296"/>
              <a:gd name="connsiteY12" fmla="*/ 1554019 h 6858000"/>
              <a:gd name="connsiteX13" fmla="*/ 189500 w 4654296"/>
              <a:gd name="connsiteY13" fmla="*/ 1709010 h 6858000"/>
              <a:gd name="connsiteX14" fmla="*/ 199585 w 4654296"/>
              <a:gd name="connsiteY14" fmla="*/ 1861943 h 6858000"/>
              <a:gd name="connsiteX15" fmla="*/ 207485 w 4654296"/>
              <a:gd name="connsiteY15" fmla="*/ 2014877 h 6858000"/>
              <a:gd name="connsiteX16" fmla="*/ 215722 w 4654296"/>
              <a:gd name="connsiteY16" fmla="*/ 2167124 h 6858000"/>
              <a:gd name="connsiteX17" fmla="*/ 222613 w 4654296"/>
              <a:gd name="connsiteY17" fmla="*/ 2318000 h 6858000"/>
              <a:gd name="connsiteX18" fmla="*/ 227488 w 4654296"/>
              <a:gd name="connsiteY18" fmla="*/ 2467505 h 6858000"/>
              <a:gd name="connsiteX19" fmla="*/ 231690 w 4654296"/>
              <a:gd name="connsiteY19" fmla="*/ 2617009 h 6858000"/>
              <a:gd name="connsiteX20" fmla="*/ 235724 w 4654296"/>
              <a:gd name="connsiteY20" fmla="*/ 2765142 h 6858000"/>
              <a:gd name="connsiteX21" fmla="*/ 237573 w 4654296"/>
              <a:gd name="connsiteY21" fmla="*/ 2911217 h 6858000"/>
              <a:gd name="connsiteX22" fmla="*/ 239590 w 4654296"/>
              <a:gd name="connsiteY22" fmla="*/ 3057293 h 6858000"/>
              <a:gd name="connsiteX23" fmla="*/ 240599 w 4654296"/>
              <a:gd name="connsiteY23" fmla="*/ 3201311 h 6858000"/>
              <a:gd name="connsiteX24" fmla="*/ 239590 w 4654296"/>
              <a:gd name="connsiteY24" fmla="*/ 3343957 h 6858000"/>
              <a:gd name="connsiteX25" fmla="*/ 239590 w 4654296"/>
              <a:gd name="connsiteY25" fmla="*/ 3485232 h 6858000"/>
              <a:gd name="connsiteX26" fmla="*/ 237573 w 4654296"/>
              <a:gd name="connsiteY26" fmla="*/ 3625135 h 6858000"/>
              <a:gd name="connsiteX27" fmla="*/ 234548 w 4654296"/>
              <a:gd name="connsiteY27" fmla="*/ 3762295 h 6858000"/>
              <a:gd name="connsiteX28" fmla="*/ 231690 w 4654296"/>
              <a:gd name="connsiteY28" fmla="*/ 3898083 h 6858000"/>
              <a:gd name="connsiteX29" fmla="*/ 228496 w 4654296"/>
              <a:gd name="connsiteY29" fmla="*/ 4031129 h 6858000"/>
              <a:gd name="connsiteX30" fmla="*/ 223622 w 4654296"/>
              <a:gd name="connsiteY30" fmla="*/ 4163488 h 6858000"/>
              <a:gd name="connsiteX31" fmla="*/ 218411 w 4654296"/>
              <a:gd name="connsiteY31" fmla="*/ 4293789 h 6858000"/>
              <a:gd name="connsiteX32" fmla="*/ 213705 w 4654296"/>
              <a:gd name="connsiteY32" fmla="*/ 4421348 h 6858000"/>
              <a:gd name="connsiteX33" fmla="*/ 200425 w 4654296"/>
              <a:gd name="connsiteY33" fmla="*/ 4670294 h 6858000"/>
              <a:gd name="connsiteX34" fmla="*/ 186306 w 4654296"/>
              <a:gd name="connsiteY34" fmla="*/ 4908952 h 6858000"/>
              <a:gd name="connsiteX35" fmla="*/ 171514 w 4654296"/>
              <a:gd name="connsiteY35" fmla="*/ 5138009 h 6858000"/>
              <a:gd name="connsiteX36" fmla="*/ 155209 w 4654296"/>
              <a:gd name="connsiteY36" fmla="*/ 5354722 h 6858000"/>
              <a:gd name="connsiteX37" fmla="*/ 138232 w 4654296"/>
              <a:gd name="connsiteY37" fmla="*/ 5561834 h 6858000"/>
              <a:gd name="connsiteX38" fmla="*/ 119911 w 4654296"/>
              <a:gd name="connsiteY38" fmla="*/ 5753858 h 6858000"/>
              <a:gd name="connsiteX39" fmla="*/ 101925 w 4654296"/>
              <a:gd name="connsiteY39" fmla="*/ 5934223 h 6858000"/>
              <a:gd name="connsiteX40" fmla="*/ 83940 w 4654296"/>
              <a:gd name="connsiteY40" fmla="*/ 6100187 h 6858000"/>
              <a:gd name="connsiteX41" fmla="*/ 66963 w 4654296"/>
              <a:gd name="connsiteY41" fmla="*/ 6252434 h 6858000"/>
              <a:gd name="connsiteX42" fmla="*/ 50826 w 4654296"/>
              <a:gd name="connsiteY42" fmla="*/ 6387537 h 6858000"/>
              <a:gd name="connsiteX43" fmla="*/ 35530 w 4654296"/>
              <a:gd name="connsiteY43" fmla="*/ 6509609 h 6858000"/>
              <a:gd name="connsiteX44" fmla="*/ 22755 w 4654296"/>
              <a:gd name="connsiteY44" fmla="*/ 6612479 h 6858000"/>
              <a:gd name="connsiteX45" fmla="*/ 10653 w 4654296"/>
              <a:gd name="connsiteY45" fmla="*/ 6698890 h 6858000"/>
              <a:gd name="connsiteX46" fmla="*/ 0 w 4654296"/>
              <a:gd name="connsiteY46" fmla="*/ 6771890 h 6858000"/>
              <a:gd name="connsiteX47" fmla="*/ 0 w 4654296"/>
              <a:gd name="connsiteY47" fmla="*/ 6858000 h 6858000"/>
              <a:gd name="connsiteX48" fmla="*/ 4654296 w 4654296"/>
              <a:gd name="connsiteY4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4654296" h="6858000">
                <a:moveTo>
                  <a:pt x="4654296" y="0"/>
                </a:move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654296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5511D0-C969-4FB4-9670-3DF7F1B2A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49" r="62095"/>
          <a:stretch/>
        </p:blipFill>
        <p:spPr>
          <a:xfrm flipH="1">
            <a:off x="6714143" y="3649211"/>
            <a:ext cx="5477857" cy="3207003"/>
          </a:xfrm>
          <a:custGeom>
            <a:avLst/>
            <a:gdLst>
              <a:gd name="connsiteX0" fmla="*/ 313944 w 4620112"/>
              <a:gd name="connsiteY0" fmla="*/ 576072 h 2704838"/>
              <a:gd name="connsiteX1" fmla="*/ 396240 w 4620112"/>
              <a:gd name="connsiteY1" fmla="*/ 585216 h 2704838"/>
              <a:gd name="connsiteX2" fmla="*/ 423672 w 4620112"/>
              <a:gd name="connsiteY2" fmla="*/ 603504 h 2704838"/>
              <a:gd name="connsiteX3" fmla="*/ 451104 w 4620112"/>
              <a:gd name="connsiteY3" fmla="*/ 612648 h 2704838"/>
              <a:gd name="connsiteX4" fmla="*/ 505968 w 4620112"/>
              <a:gd name="connsiteY4" fmla="*/ 649224 h 2704838"/>
              <a:gd name="connsiteX5" fmla="*/ 579120 w 4620112"/>
              <a:gd name="connsiteY5" fmla="*/ 667512 h 2704838"/>
              <a:gd name="connsiteX6" fmla="*/ 606552 w 4620112"/>
              <a:gd name="connsiteY6" fmla="*/ 685800 h 2704838"/>
              <a:gd name="connsiteX7" fmla="*/ 633984 w 4620112"/>
              <a:gd name="connsiteY7" fmla="*/ 694944 h 2704838"/>
              <a:gd name="connsiteX8" fmla="*/ 688848 w 4620112"/>
              <a:gd name="connsiteY8" fmla="*/ 749808 h 2704838"/>
              <a:gd name="connsiteX9" fmla="*/ 688848 w 4620112"/>
              <a:gd name="connsiteY9" fmla="*/ 868680 h 2704838"/>
              <a:gd name="connsiteX10" fmla="*/ 633984 w 4620112"/>
              <a:gd name="connsiteY10" fmla="*/ 905256 h 2704838"/>
              <a:gd name="connsiteX11" fmla="*/ 350520 w 4620112"/>
              <a:gd name="connsiteY11" fmla="*/ 896112 h 2704838"/>
              <a:gd name="connsiteX12" fmla="*/ 332232 w 4620112"/>
              <a:gd name="connsiteY12" fmla="*/ 868680 h 2704838"/>
              <a:gd name="connsiteX13" fmla="*/ 304800 w 4620112"/>
              <a:gd name="connsiteY13" fmla="*/ 859536 h 2704838"/>
              <a:gd name="connsiteX14" fmla="*/ 268224 w 4620112"/>
              <a:gd name="connsiteY14" fmla="*/ 804672 h 2704838"/>
              <a:gd name="connsiteX15" fmla="*/ 249936 w 4620112"/>
              <a:gd name="connsiteY15" fmla="*/ 749808 h 2704838"/>
              <a:gd name="connsiteX16" fmla="*/ 313944 w 4620112"/>
              <a:gd name="connsiteY16" fmla="*/ 576072 h 2704838"/>
              <a:gd name="connsiteX17" fmla="*/ 4620112 w 4620112"/>
              <a:gd name="connsiteY17" fmla="*/ 0 h 2704838"/>
              <a:gd name="connsiteX18" fmla="*/ 3274447 w 4620112"/>
              <a:gd name="connsiteY18" fmla="*/ 0 h 2704838"/>
              <a:gd name="connsiteX19" fmla="*/ 3267456 w 4620112"/>
              <a:gd name="connsiteY19" fmla="*/ 73152 h 2704838"/>
              <a:gd name="connsiteX20" fmla="*/ 3240024 w 4620112"/>
              <a:gd name="connsiteY20" fmla="*/ 118872 h 2704838"/>
              <a:gd name="connsiteX21" fmla="*/ 3203448 w 4620112"/>
              <a:gd name="connsiteY21" fmla="*/ 173736 h 2704838"/>
              <a:gd name="connsiteX22" fmla="*/ 3139440 w 4620112"/>
              <a:gd name="connsiteY22" fmla="*/ 237744 h 2704838"/>
              <a:gd name="connsiteX23" fmla="*/ 3102864 w 4620112"/>
              <a:gd name="connsiteY23" fmla="*/ 246888 h 2704838"/>
              <a:gd name="connsiteX24" fmla="*/ 3029712 w 4620112"/>
              <a:gd name="connsiteY24" fmla="*/ 301752 h 2704838"/>
              <a:gd name="connsiteX25" fmla="*/ 2965704 w 4620112"/>
              <a:gd name="connsiteY25" fmla="*/ 338328 h 2704838"/>
              <a:gd name="connsiteX26" fmla="*/ 2910840 w 4620112"/>
              <a:gd name="connsiteY26" fmla="*/ 356616 h 2704838"/>
              <a:gd name="connsiteX27" fmla="*/ 2810256 w 4620112"/>
              <a:gd name="connsiteY27" fmla="*/ 411480 h 2704838"/>
              <a:gd name="connsiteX28" fmla="*/ 2764536 w 4620112"/>
              <a:gd name="connsiteY28" fmla="*/ 420624 h 2704838"/>
              <a:gd name="connsiteX29" fmla="*/ 2727960 w 4620112"/>
              <a:gd name="connsiteY29" fmla="*/ 438912 h 2704838"/>
              <a:gd name="connsiteX30" fmla="*/ 2700528 w 4620112"/>
              <a:gd name="connsiteY30" fmla="*/ 457200 h 2704838"/>
              <a:gd name="connsiteX31" fmla="*/ 2663952 w 4620112"/>
              <a:gd name="connsiteY31" fmla="*/ 466344 h 2704838"/>
              <a:gd name="connsiteX32" fmla="*/ 2609088 w 4620112"/>
              <a:gd name="connsiteY32" fmla="*/ 484632 h 2704838"/>
              <a:gd name="connsiteX33" fmla="*/ 2535936 w 4620112"/>
              <a:gd name="connsiteY33" fmla="*/ 502920 h 2704838"/>
              <a:gd name="connsiteX34" fmla="*/ 2508504 w 4620112"/>
              <a:gd name="connsiteY34" fmla="*/ 512064 h 2704838"/>
              <a:gd name="connsiteX35" fmla="*/ 2398776 w 4620112"/>
              <a:gd name="connsiteY35" fmla="*/ 566928 h 2704838"/>
              <a:gd name="connsiteX36" fmla="*/ 2325624 w 4620112"/>
              <a:gd name="connsiteY36" fmla="*/ 585216 h 2704838"/>
              <a:gd name="connsiteX37" fmla="*/ 2270760 w 4620112"/>
              <a:gd name="connsiteY37" fmla="*/ 603504 h 2704838"/>
              <a:gd name="connsiteX38" fmla="*/ 2234184 w 4620112"/>
              <a:gd name="connsiteY38" fmla="*/ 612648 h 2704838"/>
              <a:gd name="connsiteX39" fmla="*/ 2197608 w 4620112"/>
              <a:gd name="connsiteY39" fmla="*/ 630936 h 2704838"/>
              <a:gd name="connsiteX40" fmla="*/ 2161032 w 4620112"/>
              <a:gd name="connsiteY40" fmla="*/ 640080 h 2704838"/>
              <a:gd name="connsiteX41" fmla="*/ 2133600 w 4620112"/>
              <a:gd name="connsiteY41" fmla="*/ 649224 h 2704838"/>
              <a:gd name="connsiteX42" fmla="*/ 2069592 w 4620112"/>
              <a:gd name="connsiteY42" fmla="*/ 667512 h 2704838"/>
              <a:gd name="connsiteX43" fmla="*/ 2042160 w 4620112"/>
              <a:gd name="connsiteY43" fmla="*/ 685800 h 2704838"/>
              <a:gd name="connsiteX44" fmla="*/ 1950720 w 4620112"/>
              <a:gd name="connsiteY44" fmla="*/ 704088 h 2704838"/>
              <a:gd name="connsiteX45" fmla="*/ 1886712 w 4620112"/>
              <a:gd name="connsiteY45" fmla="*/ 740664 h 2704838"/>
              <a:gd name="connsiteX46" fmla="*/ 1831848 w 4620112"/>
              <a:gd name="connsiteY46" fmla="*/ 768096 h 2704838"/>
              <a:gd name="connsiteX47" fmla="*/ 1776984 w 4620112"/>
              <a:gd name="connsiteY47" fmla="*/ 777240 h 2704838"/>
              <a:gd name="connsiteX48" fmla="*/ 1676400 w 4620112"/>
              <a:gd name="connsiteY48" fmla="*/ 804672 h 2704838"/>
              <a:gd name="connsiteX49" fmla="*/ 1292352 w 4620112"/>
              <a:gd name="connsiteY49" fmla="*/ 822960 h 2704838"/>
              <a:gd name="connsiteX50" fmla="*/ 1255776 w 4620112"/>
              <a:gd name="connsiteY50" fmla="*/ 832104 h 2704838"/>
              <a:gd name="connsiteX51" fmla="*/ 935736 w 4620112"/>
              <a:gd name="connsiteY51" fmla="*/ 822960 h 2704838"/>
              <a:gd name="connsiteX52" fmla="*/ 908304 w 4620112"/>
              <a:gd name="connsiteY52" fmla="*/ 795528 h 2704838"/>
              <a:gd name="connsiteX53" fmla="*/ 880872 w 4620112"/>
              <a:gd name="connsiteY53" fmla="*/ 740664 h 2704838"/>
              <a:gd name="connsiteX54" fmla="*/ 853440 w 4620112"/>
              <a:gd name="connsiteY54" fmla="*/ 713232 h 2704838"/>
              <a:gd name="connsiteX55" fmla="*/ 807720 w 4620112"/>
              <a:gd name="connsiteY55" fmla="*/ 676656 h 2704838"/>
              <a:gd name="connsiteX56" fmla="*/ 798576 w 4620112"/>
              <a:gd name="connsiteY56" fmla="*/ 649224 h 2704838"/>
              <a:gd name="connsiteX57" fmla="*/ 743712 w 4620112"/>
              <a:gd name="connsiteY57" fmla="*/ 621792 h 2704838"/>
              <a:gd name="connsiteX58" fmla="*/ 716280 w 4620112"/>
              <a:gd name="connsiteY58" fmla="*/ 603504 h 2704838"/>
              <a:gd name="connsiteX59" fmla="*/ 661416 w 4620112"/>
              <a:gd name="connsiteY59" fmla="*/ 585216 h 2704838"/>
              <a:gd name="connsiteX60" fmla="*/ 633984 w 4620112"/>
              <a:gd name="connsiteY60" fmla="*/ 566928 h 2704838"/>
              <a:gd name="connsiteX61" fmla="*/ 533400 w 4620112"/>
              <a:gd name="connsiteY61" fmla="*/ 557784 h 2704838"/>
              <a:gd name="connsiteX62" fmla="*/ 469392 w 4620112"/>
              <a:gd name="connsiteY62" fmla="*/ 530352 h 2704838"/>
              <a:gd name="connsiteX63" fmla="*/ 441960 w 4620112"/>
              <a:gd name="connsiteY63" fmla="*/ 521208 h 2704838"/>
              <a:gd name="connsiteX64" fmla="*/ 387096 w 4620112"/>
              <a:gd name="connsiteY64" fmla="*/ 484632 h 2704838"/>
              <a:gd name="connsiteX65" fmla="*/ 341376 w 4620112"/>
              <a:gd name="connsiteY65" fmla="*/ 429768 h 2704838"/>
              <a:gd name="connsiteX66" fmla="*/ 286512 w 4620112"/>
              <a:gd name="connsiteY66" fmla="*/ 384048 h 2704838"/>
              <a:gd name="connsiteX67" fmla="*/ 213360 w 4620112"/>
              <a:gd name="connsiteY67" fmla="*/ 320040 h 2704838"/>
              <a:gd name="connsiteX68" fmla="*/ 158496 w 4620112"/>
              <a:gd name="connsiteY68" fmla="*/ 301752 h 2704838"/>
              <a:gd name="connsiteX69" fmla="*/ 131064 w 4620112"/>
              <a:gd name="connsiteY69" fmla="*/ 292608 h 2704838"/>
              <a:gd name="connsiteX70" fmla="*/ 103632 w 4620112"/>
              <a:gd name="connsiteY70" fmla="*/ 274320 h 2704838"/>
              <a:gd name="connsiteX71" fmla="*/ 48768 w 4620112"/>
              <a:gd name="connsiteY71" fmla="*/ 228600 h 2704838"/>
              <a:gd name="connsiteX72" fmla="*/ 12192 w 4620112"/>
              <a:gd name="connsiteY72" fmla="*/ 173736 h 2704838"/>
              <a:gd name="connsiteX73" fmla="*/ 16919 w 4620112"/>
              <a:gd name="connsiteY73" fmla="*/ 21859 h 2704838"/>
              <a:gd name="connsiteX74" fmla="*/ 22933 w 4620112"/>
              <a:gd name="connsiteY74" fmla="*/ 0 h 2704838"/>
              <a:gd name="connsiteX75" fmla="*/ 0 w 4620112"/>
              <a:gd name="connsiteY75" fmla="*/ 0 h 2704838"/>
              <a:gd name="connsiteX76" fmla="*/ 0 w 4620112"/>
              <a:gd name="connsiteY76" fmla="*/ 2704838 h 2704838"/>
              <a:gd name="connsiteX77" fmla="*/ 4620112 w 4620112"/>
              <a:gd name="connsiteY77" fmla="*/ 2704838 h 270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4620112" h="2704838">
                <a:moveTo>
                  <a:pt x="313944" y="576072"/>
                </a:moveTo>
                <a:cubicBezTo>
                  <a:pt x="341376" y="579120"/>
                  <a:pt x="369463" y="578522"/>
                  <a:pt x="396240" y="585216"/>
                </a:cubicBezTo>
                <a:cubicBezTo>
                  <a:pt x="406902" y="587881"/>
                  <a:pt x="413842" y="598589"/>
                  <a:pt x="423672" y="603504"/>
                </a:cubicBezTo>
                <a:cubicBezTo>
                  <a:pt x="432293" y="607815"/>
                  <a:pt x="442678" y="607967"/>
                  <a:pt x="451104" y="612648"/>
                </a:cubicBezTo>
                <a:cubicBezTo>
                  <a:pt x="470317" y="623322"/>
                  <a:pt x="485116" y="642273"/>
                  <a:pt x="505968" y="649224"/>
                </a:cubicBezTo>
                <a:cubicBezTo>
                  <a:pt x="548144" y="663283"/>
                  <a:pt x="523949" y="656478"/>
                  <a:pt x="579120" y="667512"/>
                </a:cubicBezTo>
                <a:cubicBezTo>
                  <a:pt x="588264" y="673608"/>
                  <a:pt x="596722" y="680885"/>
                  <a:pt x="606552" y="685800"/>
                </a:cubicBezTo>
                <a:cubicBezTo>
                  <a:pt x="615173" y="690111"/>
                  <a:pt x="626376" y="689026"/>
                  <a:pt x="633984" y="694944"/>
                </a:cubicBezTo>
                <a:cubicBezTo>
                  <a:pt x="654399" y="710822"/>
                  <a:pt x="688848" y="749808"/>
                  <a:pt x="688848" y="749808"/>
                </a:cubicBezTo>
                <a:cubicBezTo>
                  <a:pt x="702592" y="791041"/>
                  <a:pt x="715116" y="816144"/>
                  <a:pt x="688848" y="868680"/>
                </a:cubicBezTo>
                <a:cubicBezTo>
                  <a:pt x="679018" y="888339"/>
                  <a:pt x="633984" y="905256"/>
                  <a:pt x="633984" y="905256"/>
                </a:cubicBezTo>
                <a:cubicBezTo>
                  <a:pt x="539496" y="902208"/>
                  <a:pt x="444370" y="907488"/>
                  <a:pt x="350520" y="896112"/>
                </a:cubicBezTo>
                <a:cubicBezTo>
                  <a:pt x="339610" y="894790"/>
                  <a:pt x="340814" y="875545"/>
                  <a:pt x="332232" y="868680"/>
                </a:cubicBezTo>
                <a:cubicBezTo>
                  <a:pt x="324706" y="862659"/>
                  <a:pt x="313944" y="862584"/>
                  <a:pt x="304800" y="859536"/>
                </a:cubicBezTo>
                <a:cubicBezTo>
                  <a:pt x="292608" y="841248"/>
                  <a:pt x="275175" y="825524"/>
                  <a:pt x="268224" y="804672"/>
                </a:cubicBezTo>
                <a:lnTo>
                  <a:pt x="249936" y="749808"/>
                </a:lnTo>
                <a:cubicBezTo>
                  <a:pt x="259688" y="603524"/>
                  <a:pt x="303276" y="605028"/>
                  <a:pt x="313944" y="576072"/>
                </a:cubicBezTo>
                <a:close/>
                <a:moveTo>
                  <a:pt x="4620112" y="0"/>
                </a:moveTo>
                <a:lnTo>
                  <a:pt x="3274447" y="0"/>
                </a:lnTo>
                <a:lnTo>
                  <a:pt x="3267456" y="73152"/>
                </a:lnTo>
                <a:cubicBezTo>
                  <a:pt x="3264943" y="90746"/>
                  <a:pt x="3249566" y="103878"/>
                  <a:pt x="3240024" y="118872"/>
                </a:cubicBezTo>
                <a:cubicBezTo>
                  <a:pt x="3228224" y="137415"/>
                  <a:pt x="3216636" y="156152"/>
                  <a:pt x="3203448" y="173736"/>
                </a:cubicBezTo>
                <a:cubicBezTo>
                  <a:pt x="3181502" y="202997"/>
                  <a:pt x="3173578" y="220675"/>
                  <a:pt x="3139440" y="237744"/>
                </a:cubicBezTo>
                <a:cubicBezTo>
                  <a:pt x="3128200" y="243364"/>
                  <a:pt x="3115056" y="243840"/>
                  <a:pt x="3102864" y="246888"/>
                </a:cubicBezTo>
                <a:cubicBezTo>
                  <a:pt x="3060109" y="289643"/>
                  <a:pt x="3090308" y="263880"/>
                  <a:pt x="3029712" y="301752"/>
                </a:cubicBezTo>
                <a:cubicBezTo>
                  <a:pt x="3000386" y="320081"/>
                  <a:pt x="3000391" y="324453"/>
                  <a:pt x="2965704" y="338328"/>
                </a:cubicBezTo>
                <a:cubicBezTo>
                  <a:pt x="2947806" y="345487"/>
                  <a:pt x="2926880" y="345923"/>
                  <a:pt x="2910840" y="356616"/>
                </a:cubicBezTo>
                <a:cubicBezTo>
                  <a:pt x="2882229" y="375690"/>
                  <a:pt x="2839892" y="405553"/>
                  <a:pt x="2810256" y="411480"/>
                </a:cubicBezTo>
                <a:lnTo>
                  <a:pt x="2764536" y="420624"/>
                </a:lnTo>
                <a:cubicBezTo>
                  <a:pt x="2752344" y="426720"/>
                  <a:pt x="2739795" y="432149"/>
                  <a:pt x="2727960" y="438912"/>
                </a:cubicBezTo>
                <a:cubicBezTo>
                  <a:pt x="2718418" y="444364"/>
                  <a:pt x="2710629" y="452871"/>
                  <a:pt x="2700528" y="457200"/>
                </a:cubicBezTo>
                <a:cubicBezTo>
                  <a:pt x="2688977" y="462150"/>
                  <a:pt x="2675989" y="462733"/>
                  <a:pt x="2663952" y="466344"/>
                </a:cubicBezTo>
                <a:cubicBezTo>
                  <a:pt x="2645488" y="471883"/>
                  <a:pt x="2627790" y="479957"/>
                  <a:pt x="2609088" y="484632"/>
                </a:cubicBezTo>
                <a:cubicBezTo>
                  <a:pt x="2584704" y="490728"/>
                  <a:pt x="2559781" y="494972"/>
                  <a:pt x="2535936" y="502920"/>
                </a:cubicBezTo>
                <a:cubicBezTo>
                  <a:pt x="2526792" y="505968"/>
                  <a:pt x="2516930" y="507383"/>
                  <a:pt x="2508504" y="512064"/>
                </a:cubicBezTo>
                <a:cubicBezTo>
                  <a:pt x="2435361" y="552699"/>
                  <a:pt x="2476455" y="547508"/>
                  <a:pt x="2398776" y="566928"/>
                </a:cubicBezTo>
                <a:cubicBezTo>
                  <a:pt x="2374392" y="573024"/>
                  <a:pt x="2349469" y="577268"/>
                  <a:pt x="2325624" y="585216"/>
                </a:cubicBezTo>
                <a:cubicBezTo>
                  <a:pt x="2307336" y="591312"/>
                  <a:pt x="2289462" y="598829"/>
                  <a:pt x="2270760" y="603504"/>
                </a:cubicBezTo>
                <a:cubicBezTo>
                  <a:pt x="2258568" y="606552"/>
                  <a:pt x="2245951" y="608235"/>
                  <a:pt x="2234184" y="612648"/>
                </a:cubicBezTo>
                <a:cubicBezTo>
                  <a:pt x="2221421" y="617434"/>
                  <a:pt x="2210371" y="626150"/>
                  <a:pt x="2197608" y="630936"/>
                </a:cubicBezTo>
                <a:cubicBezTo>
                  <a:pt x="2185841" y="635349"/>
                  <a:pt x="2173116" y="636628"/>
                  <a:pt x="2161032" y="640080"/>
                </a:cubicBezTo>
                <a:cubicBezTo>
                  <a:pt x="2151764" y="642728"/>
                  <a:pt x="2142868" y="646576"/>
                  <a:pt x="2133600" y="649224"/>
                </a:cubicBezTo>
                <a:cubicBezTo>
                  <a:pt x="2119928" y="653130"/>
                  <a:pt x="2084208" y="660204"/>
                  <a:pt x="2069592" y="667512"/>
                </a:cubicBezTo>
                <a:cubicBezTo>
                  <a:pt x="2059762" y="672427"/>
                  <a:pt x="2052664" y="682568"/>
                  <a:pt x="2042160" y="685800"/>
                </a:cubicBezTo>
                <a:cubicBezTo>
                  <a:pt x="2012451" y="694941"/>
                  <a:pt x="1950720" y="704088"/>
                  <a:pt x="1950720" y="704088"/>
                </a:cubicBezTo>
                <a:cubicBezTo>
                  <a:pt x="1862277" y="770420"/>
                  <a:pt x="1956529" y="705756"/>
                  <a:pt x="1886712" y="740664"/>
                </a:cubicBezTo>
                <a:cubicBezTo>
                  <a:pt x="1847255" y="760393"/>
                  <a:pt x="1873219" y="758903"/>
                  <a:pt x="1831848" y="768096"/>
                </a:cubicBezTo>
                <a:cubicBezTo>
                  <a:pt x="1813749" y="772118"/>
                  <a:pt x="1795083" y="773218"/>
                  <a:pt x="1776984" y="777240"/>
                </a:cubicBezTo>
                <a:cubicBezTo>
                  <a:pt x="1729749" y="787737"/>
                  <a:pt x="1748365" y="801245"/>
                  <a:pt x="1676400" y="804672"/>
                </a:cubicBezTo>
                <a:lnTo>
                  <a:pt x="1292352" y="822960"/>
                </a:lnTo>
                <a:cubicBezTo>
                  <a:pt x="1280160" y="826008"/>
                  <a:pt x="1268343" y="832104"/>
                  <a:pt x="1255776" y="832104"/>
                </a:cubicBezTo>
                <a:cubicBezTo>
                  <a:pt x="1149052" y="832104"/>
                  <a:pt x="1041873" y="834132"/>
                  <a:pt x="935736" y="822960"/>
                </a:cubicBezTo>
                <a:cubicBezTo>
                  <a:pt x="922875" y="821606"/>
                  <a:pt x="916583" y="805462"/>
                  <a:pt x="908304" y="795528"/>
                </a:cubicBezTo>
                <a:cubicBezTo>
                  <a:pt x="836363" y="709199"/>
                  <a:pt x="935859" y="823144"/>
                  <a:pt x="880872" y="740664"/>
                </a:cubicBezTo>
                <a:cubicBezTo>
                  <a:pt x="873699" y="729904"/>
                  <a:pt x="861719" y="723166"/>
                  <a:pt x="853440" y="713232"/>
                </a:cubicBezTo>
                <a:cubicBezTo>
                  <a:pt x="821624" y="675053"/>
                  <a:pt x="852753" y="691667"/>
                  <a:pt x="807720" y="676656"/>
                </a:cubicBezTo>
                <a:cubicBezTo>
                  <a:pt x="804672" y="667512"/>
                  <a:pt x="804597" y="656750"/>
                  <a:pt x="798576" y="649224"/>
                </a:cubicBezTo>
                <a:cubicBezTo>
                  <a:pt x="781106" y="627386"/>
                  <a:pt x="765799" y="632835"/>
                  <a:pt x="743712" y="621792"/>
                </a:cubicBezTo>
                <a:cubicBezTo>
                  <a:pt x="733882" y="616877"/>
                  <a:pt x="726323" y="607967"/>
                  <a:pt x="716280" y="603504"/>
                </a:cubicBezTo>
                <a:cubicBezTo>
                  <a:pt x="698664" y="595675"/>
                  <a:pt x="677456" y="595909"/>
                  <a:pt x="661416" y="585216"/>
                </a:cubicBezTo>
                <a:cubicBezTo>
                  <a:pt x="652272" y="579120"/>
                  <a:pt x="644730" y="569231"/>
                  <a:pt x="633984" y="566928"/>
                </a:cubicBezTo>
                <a:cubicBezTo>
                  <a:pt x="601065" y="559874"/>
                  <a:pt x="566928" y="560832"/>
                  <a:pt x="533400" y="557784"/>
                </a:cubicBezTo>
                <a:cubicBezTo>
                  <a:pt x="457278" y="538753"/>
                  <a:pt x="532540" y="561926"/>
                  <a:pt x="469392" y="530352"/>
                </a:cubicBezTo>
                <a:cubicBezTo>
                  <a:pt x="460771" y="526041"/>
                  <a:pt x="450386" y="525889"/>
                  <a:pt x="441960" y="521208"/>
                </a:cubicBezTo>
                <a:cubicBezTo>
                  <a:pt x="422747" y="510534"/>
                  <a:pt x="387096" y="484632"/>
                  <a:pt x="387096" y="484632"/>
                </a:cubicBezTo>
                <a:cubicBezTo>
                  <a:pt x="369114" y="457659"/>
                  <a:pt x="367778" y="451770"/>
                  <a:pt x="341376" y="429768"/>
                </a:cubicBezTo>
                <a:cubicBezTo>
                  <a:pt x="302143" y="397074"/>
                  <a:pt x="322941" y="427762"/>
                  <a:pt x="286512" y="384048"/>
                </a:cubicBezTo>
                <a:cubicBezTo>
                  <a:pt x="257790" y="349582"/>
                  <a:pt x="273851" y="340204"/>
                  <a:pt x="213360" y="320040"/>
                </a:cubicBezTo>
                <a:lnTo>
                  <a:pt x="158496" y="301752"/>
                </a:lnTo>
                <a:cubicBezTo>
                  <a:pt x="149352" y="298704"/>
                  <a:pt x="139084" y="297955"/>
                  <a:pt x="131064" y="292608"/>
                </a:cubicBezTo>
                <a:cubicBezTo>
                  <a:pt x="121920" y="286512"/>
                  <a:pt x="112075" y="281355"/>
                  <a:pt x="103632" y="274320"/>
                </a:cubicBezTo>
                <a:cubicBezTo>
                  <a:pt x="33226" y="215648"/>
                  <a:pt x="116876" y="274006"/>
                  <a:pt x="48768" y="228600"/>
                </a:cubicBezTo>
                <a:cubicBezTo>
                  <a:pt x="36576" y="210312"/>
                  <a:pt x="11037" y="195685"/>
                  <a:pt x="12192" y="173736"/>
                </a:cubicBezTo>
                <a:cubicBezTo>
                  <a:pt x="14469" y="130467"/>
                  <a:pt x="8777" y="73573"/>
                  <a:pt x="16919" y="21859"/>
                </a:cubicBezTo>
                <a:lnTo>
                  <a:pt x="22933" y="0"/>
                </a:lnTo>
                <a:lnTo>
                  <a:pt x="0" y="0"/>
                </a:lnTo>
                <a:lnTo>
                  <a:pt x="0" y="2704838"/>
                </a:lnTo>
                <a:lnTo>
                  <a:pt x="4620112" y="270483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BB997D-B656-72DB-219D-4E806A67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3" y="1109474"/>
            <a:ext cx="5862362" cy="46390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48834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126</TotalTime>
  <Words>141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Celestial</vt:lpstr>
      <vt:lpstr>How Much Screen Time Is Too Much?</vt:lpstr>
      <vt:lpstr>Average person spends 6–7 hours daily on screens. Is that helping or harming us?</vt:lpstr>
      <vt:lpstr>How many hours do you spend on screens every day?</vt:lpstr>
      <vt:lpstr>Why This  Matters</vt:lpstr>
      <vt:lpstr>Health Impact</vt:lpstr>
      <vt:lpstr>Mental Impact</vt:lpstr>
      <vt:lpstr>Efficiency Drops</vt:lpstr>
      <vt:lpstr>The Solution</vt:lpstr>
      <vt:lpstr>Easy Fixes</vt:lpstr>
      <vt:lpstr> If you had one extra hour offline daily, what would you do?</vt:lpstr>
      <vt:lpstr>Thank You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Saha, Sourya (Cognizant)</dc:creator>
  <cp:lastModifiedBy>Saha, Sourya (Cognizant)</cp:lastModifiedBy>
  <cp:revision>1</cp:revision>
  <dcterms:created xsi:type="dcterms:W3CDTF">2026-01-09T06:38:45Z</dcterms:created>
  <dcterms:modified xsi:type="dcterms:W3CDTF">2026-01-19T04:12:29Z</dcterms:modified>
</cp:coreProperties>
</file>